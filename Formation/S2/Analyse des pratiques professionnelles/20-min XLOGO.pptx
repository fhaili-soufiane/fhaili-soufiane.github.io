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SCR-N Seven Extra" charset="1" panose="00000000000000000000"/>
      <p:regular r:id="rId37"/>
    </p:embeddedFont>
    <p:embeddedFont>
      <p:font typeface="Press Start 2P" charset="1" panose="00000500000000000000"/>
      <p:regular r:id="rId38"/>
    </p:embeddedFont>
    <p:embeddedFont>
      <p:font typeface="Canva Sans Bold" charset="1" panose="020B08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4193" y="4882523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5"/>
                </a:lnTo>
                <a:lnTo>
                  <a:pt x="0" y="1353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851" y="-183831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7271" y="4733925"/>
            <a:ext cx="8050411" cy="162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2"/>
              </a:lnSpc>
            </a:pPr>
            <a:r>
              <a:rPr lang="en-US" sz="5474" spc="109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PROGRAMMATION </a:t>
            </a:r>
          </a:p>
          <a:p>
            <a:pPr algn="l">
              <a:lnSpc>
                <a:spcPts val="6022"/>
              </a:lnSpc>
              <a:spcBef>
                <a:spcPct val="0"/>
              </a:spcBef>
            </a:pPr>
            <a:r>
              <a:rPr lang="en-US" sz="5474" spc="109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XLOGO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06938" y="3969069"/>
            <a:ext cx="12274125" cy="7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2"/>
              </a:lnSpc>
              <a:spcBef>
                <a:spcPct val="0"/>
              </a:spcBef>
            </a:pPr>
            <a:r>
              <a:rPr lang="en-US" sz="5184" spc="1270">
                <a:solidFill>
                  <a:srgbClr val="BFDEA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Les procédures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492451" y="-183831"/>
            <a:ext cx="1533698" cy="4114800"/>
          </a:xfrm>
          <a:custGeom>
            <a:avLst/>
            <a:gdLst/>
            <a:ahLst/>
            <a:cxnLst/>
            <a:rect r="r" b="b" t="t" l="l"/>
            <a:pathLst>
              <a:path h="4114800" w="1533698">
                <a:moveTo>
                  <a:pt x="0" y="0"/>
                </a:moveTo>
                <a:lnTo>
                  <a:pt x="1533698" y="0"/>
                </a:lnTo>
                <a:lnTo>
                  <a:pt x="15336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5413489" cy="8229600"/>
            <a:chOff x="0" y="0"/>
            <a:chExt cx="405952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9520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59520">
                  <a:moveTo>
                    <a:pt x="25616" y="0"/>
                  </a:moveTo>
                  <a:lnTo>
                    <a:pt x="4033903" y="0"/>
                  </a:lnTo>
                  <a:cubicBezTo>
                    <a:pt x="4048051" y="0"/>
                    <a:pt x="4059520" y="11469"/>
                    <a:pt x="4059520" y="25616"/>
                  </a:cubicBezTo>
                  <a:lnTo>
                    <a:pt x="4059520" y="2141850"/>
                  </a:lnTo>
                  <a:cubicBezTo>
                    <a:pt x="4059520" y="2155998"/>
                    <a:pt x="4048051" y="2167467"/>
                    <a:pt x="4033903" y="2167467"/>
                  </a:cubicBezTo>
                  <a:lnTo>
                    <a:pt x="25616" y="2167467"/>
                  </a:lnTo>
                  <a:cubicBezTo>
                    <a:pt x="11469" y="2167467"/>
                    <a:pt x="0" y="2155998"/>
                    <a:pt x="0" y="2141850"/>
                  </a:cubicBezTo>
                  <a:lnTo>
                    <a:pt x="0" y="25616"/>
                  </a:lnTo>
                  <a:cubicBezTo>
                    <a:pt x="0" y="11469"/>
                    <a:pt x="11469" y="0"/>
                    <a:pt x="25616" y="0"/>
                  </a:cubicBezTo>
                  <a:close/>
                </a:path>
              </a:pathLst>
            </a:custGeom>
            <a:solidFill>
              <a:srgbClr val="171717"/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5952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14845" y="7694521"/>
            <a:ext cx="1661233" cy="1534564"/>
          </a:xfrm>
          <a:custGeom>
            <a:avLst/>
            <a:gdLst/>
            <a:ahLst/>
            <a:cxnLst/>
            <a:rect r="r" b="b" t="t" l="l"/>
            <a:pathLst>
              <a:path h="1534564" w="1661233">
                <a:moveTo>
                  <a:pt x="0" y="0"/>
                </a:moveTo>
                <a:lnTo>
                  <a:pt x="1661233" y="0"/>
                </a:lnTo>
                <a:lnTo>
                  <a:pt x="1661233" y="1534564"/>
                </a:lnTo>
                <a:lnTo>
                  <a:pt x="0" y="1534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3597" y="1506208"/>
            <a:ext cx="14715944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« Pour la Journée de l'Environnement, le Club d'Art du collège v</a:t>
            </a: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ous demande de créer un tableau numérique : une rangée horizontale de 5 fleurs.</a:t>
            </a:r>
          </a:p>
          <a:p>
            <a:pPr algn="l" marL="690879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 modèle d'une fleur : Elle est formée simplement par 8 carrés qui tournent autour d'un centre.</a:t>
            </a:r>
          </a:p>
          <a:p>
            <a:pPr algn="l" marL="690879" indent="-345439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contrainte des artistes : Ils veulent que vous changiez la valeur de la taille à un seul endroit dans le code, pour que toutes les fleurs de la rangée grandissent automatiquement lors de la prochaine exécution.»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Comment allez-vous organiser votre code pour dessiner cette rangée de 5 fleurs tout en respectant la contrainte des artistes ?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76823" y="7694521"/>
            <a:ext cx="1661233" cy="1534564"/>
          </a:xfrm>
          <a:custGeom>
            <a:avLst/>
            <a:gdLst/>
            <a:ahLst/>
            <a:cxnLst/>
            <a:rect r="r" b="b" t="t" l="l"/>
            <a:pathLst>
              <a:path h="1534564" w="1661233">
                <a:moveTo>
                  <a:pt x="0" y="0"/>
                </a:moveTo>
                <a:lnTo>
                  <a:pt x="1661233" y="0"/>
                </a:lnTo>
                <a:lnTo>
                  <a:pt x="1661233" y="1534564"/>
                </a:lnTo>
                <a:lnTo>
                  <a:pt x="0" y="1534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8522" y="3591499"/>
            <a:ext cx="2055486" cy="3104002"/>
            <a:chOff x="0" y="0"/>
            <a:chExt cx="2740648" cy="4138670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868660" y="870272"/>
              <a:ext cx="76873" cy="1005368"/>
              <a:chOff x="0" y="0"/>
              <a:chExt cx="80806" cy="10568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04413" y="406025"/>
              <a:ext cx="76873" cy="1005368"/>
              <a:chOff x="0" y="0"/>
              <a:chExt cx="80806" cy="105680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868660" y="-65943"/>
              <a:ext cx="76873" cy="1005368"/>
              <a:chOff x="0" y="0"/>
              <a:chExt cx="80806" cy="105680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332908" y="406025"/>
              <a:ext cx="76873" cy="1005368"/>
              <a:chOff x="0" y="0"/>
              <a:chExt cx="80806" cy="105680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5400000">
              <a:off x="868660" y="1801224"/>
              <a:ext cx="76873" cy="1005368"/>
              <a:chOff x="0" y="0"/>
              <a:chExt cx="80806" cy="105680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04413" y="1336976"/>
              <a:ext cx="76873" cy="1005368"/>
              <a:chOff x="0" y="0"/>
              <a:chExt cx="80806" cy="105680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5400000">
              <a:off x="868660" y="865008"/>
              <a:ext cx="76873" cy="1005368"/>
              <a:chOff x="0" y="0"/>
              <a:chExt cx="80806" cy="105680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32908" y="1336976"/>
              <a:ext cx="76873" cy="1005368"/>
              <a:chOff x="0" y="0"/>
              <a:chExt cx="80806" cy="105680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5400000">
              <a:off x="1795115" y="1801224"/>
              <a:ext cx="76873" cy="1005368"/>
              <a:chOff x="0" y="0"/>
              <a:chExt cx="80806" cy="105680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330868" y="1336976"/>
              <a:ext cx="76873" cy="1005368"/>
              <a:chOff x="0" y="0"/>
              <a:chExt cx="80806" cy="105680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5400000">
              <a:off x="1795115" y="865008"/>
              <a:ext cx="76873" cy="1005368"/>
              <a:chOff x="0" y="0"/>
              <a:chExt cx="80806" cy="105680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259363" y="1336976"/>
              <a:ext cx="76873" cy="1005368"/>
              <a:chOff x="0" y="0"/>
              <a:chExt cx="80806" cy="105680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5400000">
              <a:off x="1795115" y="870272"/>
              <a:ext cx="76873" cy="1005368"/>
              <a:chOff x="0" y="0"/>
              <a:chExt cx="80806" cy="105680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330868" y="406025"/>
              <a:ext cx="76873" cy="1005368"/>
              <a:chOff x="0" y="0"/>
              <a:chExt cx="80806" cy="105680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5400000">
              <a:off x="1795115" y="-65943"/>
              <a:ext cx="76873" cy="1005368"/>
              <a:chOff x="0" y="0"/>
              <a:chExt cx="80806" cy="105680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259363" y="406025"/>
              <a:ext cx="76873" cy="1005368"/>
              <a:chOff x="0" y="0"/>
              <a:chExt cx="80806" cy="105680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8100000">
              <a:off x="1002475" y="541950"/>
              <a:ext cx="76873" cy="1005368"/>
              <a:chOff x="0" y="0"/>
              <a:chExt cx="80806" cy="105680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2700000">
              <a:off x="1002475" y="-114595"/>
              <a:ext cx="76873" cy="1005368"/>
              <a:chOff x="0" y="0"/>
              <a:chExt cx="80806" cy="105680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8100000">
              <a:off x="1664479" y="-120054"/>
              <a:ext cx="76873" cy="1005368"/>
              <a:chOff x="0" y="0"/>
              <a:chExt cx="80806" cy="1056806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2700000">
              <a:off x="1659020" y="541950"/>
              <a:ext cx="76873" cy="1005368"/>
              <a:chOff x="0" y="0"/>
              <a:chExt cx="80806" cy="1056806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8100000">
              <a:off x="344193" y="1200232"/>
              <a:ext cx="76873" cy="1005368"/>
              <a:chOff x="0" y="0"/>
              <a:chExt cx="80806" cy="1056806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2700000">
              <a:off x="344193" y="543687"/>
              <a:ext cx="76873" cy="1005368"/>
              <a:chOff x="0" y="0"/>
              <a:chExt cx="80806" cy="1056806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8100000">
              <a:off x="1006198" y="538228"/>
              <a:ext cx="76873" cy="1005368"/>
              <a:chOff x="0" y="0"/>
              <a:chExt cx="80806" cy="1056806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2700000">
              <a:off x="1000738" y="1200232"/>
              <a:ext cx="76873" cy="1005368"/>
              <a:chOff x="0" y="0"/>
              <a:chExt cx="80806" cy="1056806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8100000">
              <a:off x="999296" y="1855335"/>
              <a:ext cx="76873" cy="1005368"/>
              <a:chOff x="0" y="0"/>
              <a:chExt cx="80806" cy="1056806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2700000">
              <a:off x="999296" y="1198790"/>
              <a:ext cx="76873" cy="1005368"/>
              <a:chOff x="0" y="0"/>
              <a:chExt cx="80806" cy="1056806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8100000">
              <a:off x="1661300" y="1193331"/>
              <a:ext cx="76873" cy="1005368"/>
              <a:chOff x="0" y="0"/>
              <a:chExt cx="80806" cy="1056806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2700000">
              <a:off x="1655841" y="1855335"/>
              <a:ext cx="76873" cy="1005368"/>
              <a:chOff x="0" y="0"/>
              <a:chExt cx="80806" cy="1056806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8100000">
              <a:off x="1657578" y="1197053"/>
              <a:ext cx="76873" cy="1005368"/>
              <a:chOff x="0" y="0"/>
              <a:chExt cx="80806" cy="1056806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2700000">
              <a:off x="1657578" y="540508"/>
              <a:ext cx="76873" cy="1005368"/>
              <a:chOff x="0" y="0"/>
              <a:chExt cx="80806" cy="1056806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8100000">
              <a:off x="2319582" y="535049"/>
              <a:ext cx="76873" cy="1005368"/>
              <a:chOff x="0" y="0"/>
              <a:chExt cx="80806" cy="105680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2700000">
              <a:off x="2314123" y="1197053"/>
              <a:ext cx="76873" cy="1005368"/>
              <a:chOff x="0" y="0"/>
              <a:chExt cx="80806" cy="1056806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1332221" y="2206841"/>
              <a:ext cx="76207" cy="1931829"/>
              <a:chOff x="0" y="0"/>
              <a:chExt cx="40947" cy="1037985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02" id="102"/>
          <p:cNvGrpSpPr/>
          <p:nvPr/>
        </p:nvGrpSpPr>
        <p:grpSpPr>
          <a:xfrm rot="0">
            <a:off x="7088514" y="3591499"/>
            <a:ext cx="2055486" cy="3104002"/>
            <a:chOff x="0" y="0"/>
            <a:chExt cx="2740648" cy="4138670"/>
          </a:xfrm>
        </p:grpSpPr>
        <p:grpSp>
          <p:nvGrpSpPr>
            <p:cNvPr name="Group 103" id="103"/>
            <p:cNvGrpSpPr/>
            <p:nvPr/>
          </p:nvGrpSpPr>
          <p:grpSpPr>
            <a:xfrm rot="5400000">
              <a:off x="868660" y="870272"/>
              <a:ext cx="76873" cy="1005368"/>
              <a:chOff x="0" y="0"/>
              <a:chExt cx="80806" cy="1056806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404413" y="406025"/>
              <a:ext cx="76873" cy="1005368"/>
              <a:chOff x="0" y="0"/>
              <a:chExt cx="80806" cy="1056806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5400000">
              <a:off x="868660" y="-65943"/>
              <a:ext cx="76873" cy="1005368"/>
              <a:chOff x="0" y="0"/>
              <a:chExt cx="80806" cy="1056806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1332908" y="406025"/>
              <a:ext cx="76873" cy="1005368"/>
              <a:chOff x="0" y="0"/>
              <a:chExt cx="80806" cy="1056806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5400000">
              <a:off x="868660" y="1801224"/>
              <a:ext cx="76873" cy="1005368"/>
              <a:chOff x="0" y="0"/>
              <a:chExt cx="80806" cy="1056806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404413" y="1336976"/>
              <a:ext cx="76873" cy="1005368"/>
              <a:chOff x="0" y="0"/>
              <a:chExt cx="80806" cy="1056806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5400000">
              <a:off x="868660" y="865008"/>
              <a:ext cx="76873" cy="1005368"/>
              <a:chOff x="0" y="0"/>
              <a:chExt cx="80806" cy="1056806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332908" y="1336976"/>
              <a:ext cx="76873" cy="1005368"/>
              <a:chOff x="0" y="0"/>
              <a:chExt cx="80806" cy="1056806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5400000">
              <a:off x="1795115" y="1801224"/>
              <a:ext cx="76873" cy="1005368"/>
              <a:chOff x="0" y="0"/>
              <a:chExt cx="80806" cy="1056806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330868" y="1336976"/>
              <a:ext cx="76873" cy="1005368"/>
              <a:chOff x="0" y="0"/>
              <a:chExt cx="80806" cy="1056806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5400000">
              <a:off x="1795115" y="865008"/>
              <a:ext cx="76873" cy="1005368"/>
              <a:chOff x="0" y="0"/>
              <a:chExt cx="80806" cy="1056806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2259363" y="1336976"/>
              <a:ext cx="76873" cy="1005368"/>
              <a:chOff x="0" y="0"/>
              <a:chExt cx="80806" cy="1056806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5400000">
              <a:off x="1795115" y="870272"/>
              <a:ext cx="76873" cy="1005368"/>
              <a:chOff x="0" y="0"/>
              <a:chExt cx="80806" cy="1056806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330868" y="406025"/>
              <a:ext cx="76873" cy="1005368"/>
              <a:chOff x="0" y="0"/>
              <a:chExt cx="80806" cy="1056806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5400000">
              <a:off x="1795115" y="-65943"/>
              <a:ext cx="76873" cy="1005368"/>
              <a:chOff x="0" y="0"/>
              <a:chExt cx="80806" cy="1056806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2259363" y="406025"/>
              <a:ext cx="76873" cy="1005368"/>
              <a:chOff x="0" y="0"/>
              <a:chExt cx="80806" cy="1056806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8100000">
              <a:off x="1002475" y="541950"/>
              <a:ext cx="76873" cy="1005368"/>
              <a:chOff x="0" y="0"/>
              <a:chExt cx="80806" cy="1056806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2700000">
              <a:off x="1002475" y="-114595"/>
              <a:ext cx="76873" cy="1005368"/>
              <a:chOff x="0" y="0"/>
              <a:chExt cx="80806" cy="1056806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8100000">
              <a:off x="1664479" y="-120054"/>
              <a:ext cx="76873" cy="1005368"/>
              <a:chOff x="0" y="0"/>
              <a:chExt cx="80806" cy="1056806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2700000">
              <a:off x="1659020" y="541950"/>
              <a:ext cx="76873" cy="1005368"/>
              <a:chOff x="0" y="0"/>
              <a:chExt cx="80806" cy="1056806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8100000">
              <a:off x="344193" y="1200232"/>
              <a:ext cx="76873" cy="1005368"/>
              <a:chOff x="0" y="0"/>
              <a:chExt cx="80806" cy="1056806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6" id="166"/>
            <p:cNvGrpSpPr/>
            <p:nvPr/>
          </p:nvGrpSpPr>
          <p:grpSpPr>
            <a:xfrm rot="2700000">
              <a:off x="344193" y="543687"/>
              <a:ext cx="76873" cy="1005368"/>
              <a:chOff x="0" y="0"/>
              <a:chExt cx="80806" cy="1056806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8" id="16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9" id="169"/>
            <p:cNvGrpSpPr/>
            <p:nvPr/>
          </p:nvGrpSpPr>
          <p:grpSpPr>
            <a:xfrm rot="8100000">
              <a:off x="1006198" y="538228"/>
              <a:ext cx="76873" cy="1005368"/>
              <a:chOff x="0" y="0"/>
              <a:chExt cx="80806" cy="1056806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2" id="172"/>
            <p:cNvGrpSpPr/>
            <p:nvPr/>
          </p:nvGrpSpPr>
          <p:grpSpPr>
            <a:xfrm rot="2700000">
              <a:off x="1000738" y="1200232"/>
              <a:ext cx="76873" cy="1005368"/>
              <a:chOff x="0" y="0"/>
              <a:chExt cx="80806" cy="1056806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5" id="175"/>
            <p:cNvGrpSpPr/>
            <p:nvPr/>
          </p:nvGrpSpPr>
          <p:grpSpPr>
            <a:xfrm rot="8100000">
              <a:off x="999296" y="1855335"/>
              <a:ext cx="76873" cy="1005368"/>
              <a:chOff x="0" y="0"/>
              <a:chExt cx="80806" cy="1056806"/>
            </a:xfrm>
          </p:grpSpPr>
          <p:sp>
            <p:nvSpPr>
              <p:cNvPr name="Freeform 176" id="17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7" id="17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8" id="178"/>
            <p:cNvGrpSpPr/>
            <p:nvPr/>
          </p:nvGrpSpPr>
          <p:grpSpPr>
            <a:xfrm rot="2700000">
              <a:off x="999296" y="1198790"/>
              <a:ext cx="76873" cy="1005368"/>
              <a:chOff x="0" y="0"/>
              <a:chExt cx="80806" cy="1056806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0" id="18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1" id="181"/>
            <p:cNvGrpSpPr/>
            <p:nvPr/>
          </p:nvGrpSpPr>
          <p:grpSpPr>
            <a:xfrm rot="8100000">
              <a:off x="1661300" y="1193331"/>
              <a:ext cx="76873" cy="1005368"/>
              <a:chOff x="0" y="0"/>
              <a:chExt cx="80806" cy="1056806"/>
            </a:xfrm>
          </p:grpSpPr>
          <p:sp>
            <p:nvSpPr>
              <p:cNvPr name="Freeform 182" id="18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3" id="18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4" id="184"/>
            <p:cNvGrpSpPr/>
            <p:nvPr/>
          </p:nvGrpSpPr>
          <p:grpSpPr>
            <a:xfrm rot="2700000">
              <a:off x="1655841" y="1855335"/>
              <a:ext cx="76873" cy="1005368"/>
              <a:chOff x="0" y="0"/>
              <a:chExt cx="80806" cy="1056806"/>
            </a:xfrm>
          </p:grpSpPr>
          <p:sp>
            <p:nvSpPr>
              <p:cNvPr name="Freeform 185" id="18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6" id="18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7" id="187"/>
            <p:cNvGrpSpPr/>
            <p:nvPr/>
          </p:nvGrpSpPr>
          <p:grpSpPr>
            <a:xfrm rot="8100000">
              <a:off x="1657578" y="1197053"/>
              <a:ext cx="76873" cy="1005368"/>
              <a:chOff x="0" y="0"/>
              <a:chExt cx="80806" cy="1056806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9" id="18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0" id="190"/>
            <p:cNvGrpSpPr/>
            <p:nvPr/>
          </p:nvGrpSpPr>
          <p:grpSpPr>
            <a:xfrm rot="2700000">
              <a:off x="1657578" y="540508"/>
              <a:ext cx="76873" cy="1005368"/>
              <a:chOff x="0" y="0"/>
              <a:chExt cx="80806" cy="1056806"/>
            </a:xfrm>
          </p:grpSpPr>
          <p:sp>
            <p:nvSpPr>
              <p:cNvPr name="Freeform 191" id="19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2" id="19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3" id="193"/>
            <p:cNvGrpSpPr/>
            <p:nvPr/>
          </p:nvGrpSpPr>
          <p:grpSpPr>
            <a:xfrm rot="8100000">
              <a:off x="2319582" y="535049"/>
              <a:ext cx="76873" cy="1005368"/>
              <a:chOff x="0" y="0"/>
              <a:chExt cx="80806" cy="1056806"/>
            </a:xfrm>
          </p:grpSpPr>
          <p:sp>
            <p:nvSpPr>
              <p:cNvPr name="Freeform 194" id="19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5" id="19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6" id="196"/>
            <p:cNvGrpSpPr/>
            <p:nvPr/>
          </p:nvGrpSpPr>
          <p:grpSpPr>
            <a:xfrm rot="2700000">
              <a:off x="2314123" y="1197053"/>
              <a:ext cx="76873" cy="1005368"/>
              <a:chOff x="0" y="0"/>
              <a:chExt cx="80806" cy="1056806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8" id="19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9" id="199"/>
            <p:cNvGrpSpPr/>
            <p:nvPr/>
          </p:nvGrpSpPr>
          <p:grpSpPr>
            <a:xfrm rot="0">
              <a:off x="1332221" y="2206841"/>
              <a:ext cx="76207" cy="1931829"/>
              <a:chOff x="0" y="0"/>
              <a:chExt cx="40947" cy="1037985"/>
            </a:xfrm>
          </p:grpSpPr>
          <p:sp>
            <p:nvSpPr>
              <p:cNvPr name="Freeform 200" id="200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1" id="201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02" id="202"/>
          <p:cNvGrpSpPr/>
          <p:nvPr/>
        </p:nvGrpSpPr>
        <p:grpSpPr>
          <a:xfrm rot="0">
            <a:off x="9428505" y="3591499"/>
            <a:ext cx="2055486" cy="3104002"/>
            <a:chOff x="0" y="0"/>
            <a:chExt cx="2740648" cy="4138670"/>
          </a:xfrm>
        </p:grpSpPr>
        <p:grpSp>
          <p:nvGrpSpPr>
            <p:cNvPr name="Group 203" id="203"/>
            <p:cNvGrpSpPr/>
            <p:nvPr/>
          </p:nvGrpSpPr>
          <p:grpSpPr>
            <a:xfrm rot="5400000">
              <a:off x="868660" y="870272"/>
              <a:ext cx="76873" cy="1005368"/>
              <a:chOff x="0" y="0"/>
              <a:chExt cx="80806" cy="1056806"/>
            </a:xfrm>
          </p:grpSpPr>
          <p:sp>
            <p:nvSpPr>
              <p:cNvPr name="Freeform 204" id="20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5" id="20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6" id="206"/>
            <p:cNvGrpSpPr/>
            <p:nvPr/>
          </p:nvGrpSpPr>
          <p:grpSpPr>
            <a:xfrm rot="0">
              <a:off x="404413" y="406025"/>
              <a:ext cx="76873" cy="1005368"/>
              <a:chOff x="0" y="0"/>
              <a:chExt cx="80806" cy="1056806"/>
            </a:xfrm>
          </p:grpSpPr>
          <p:sp>
            <p:nvSpPr>
              <p:cNvPr name="Freeform 207" id="20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8" id="20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9" id="209"/>
            <p:cNvGrpSpPr/>
            <p:nvPr/>
          </p:nvGrpSpPr>
          <p:grpSpPr>
            <a:xfrm rot="5400000">
              <a:off x="868660" y="-65943"/>
              <a:ext cx="76873" cy="1005368"/>
              <a:chOff x="0" y="0"/>
              <a:chExt cx="80806" cy="1056806"/>
            </a:xfrm>
          </p:grpSpPr>
          <p:sp>
            <p:nvSpPr>
              <p:cNvPr name="Freeform 210" id="21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1" id="21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2" id="212"/>
            <p:cNvGrpSpPr/>
            <p:nvPr/>
          </p:nvGrpSpPr>
          <p:grpSpPr>
            <a:xfrm rot="0">
              <a:off x="1332908" y="406025"/>
              <a:ext cx="76873" cy="1005368"/>
              <a:chOff x="0" y="0"/>
              <a:chExt cx="80806" cy="1056806"/>
            </a:xfrm>
          </p:grpSpPr>
          <p:sp>
            <p:nvSpPr>
              <p:cNvPr name="Freeform 213" id="21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4" id="21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5" id="215"/>
            <p:cNvGrpSpPr/>
            <p:nvPr/>
          </p:nvGrpSpPr>
          <p:grpSpPr>
            <a:xfrm rot="5400000">
              <a:off x="868660" y="1801224"/>
              <a:ext cx="76873" cy="1005368"/>
              <a:chOff x="0" y="0"/>
              <a:chExt cx="80806" cy="1056806"/>
            </a:xfrm>
          </p:grpSpPr>
          <p:sp>
            <p:nvSpPr>
              <p:cNvPr name="Freeform 216" id="21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7" id="21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8" id="218"/>
            <p:cNvGrpSpPr/>
            <p:nvPr/>
          </p:nvGrpSpPr>
          <p:grpSpPr>
            <a:xfrm rot="0">
              <a:off x="404413" y="1336976"/>
              <a:ext cx="76873" cy="1005368"/>
              <a:chOff x="0" y="0"/>
              <a:chExt cx="80806" cy="1056806"/>
            </a:xfrm>
          </p:grpSpPr>
          <p:sp>
            <p:nvSpPr>
              <p:cNvPr name="Freeform 219" id="21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0" id="22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1" id="221"/>
            <p:cNvGrpSpPr/>
            <p:nvPr/>
          </p:nvGrpSpPr>
          <p:grpSpPr>
            <a:xfrm rot="5400000">
              <a:off x="868660" y="865008"/>
              <a:ext cx="76873" cy="1005368"/>
              <a:chOff x="0" y="0"/>
              <a:chExt cx="80806" cy="1056806"/>
            </a:xfrm>
          </p:grpSpPr>
          <p:sp>
            <p:nvSpPr>
              <p:cNvPr name="Freeform 222" id="22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3" id="22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4" id="224"/>
            <p:cNvGrpSpPr/>
            <p:nvPr/>
          </p:nvGrpSpPr>
          <p:grpSpPr>
            <a:xfrm rot="0">
              <a:off x="1332908" y="1336976"/>
              <a:ext cx="76873" cy="1005368"/>
              <a:chOff x="0" y="0"/>
              <a:chExt cx="80806" cy="1056806"/>
            </a:xfrm>
          </p:grpSpPr>
          <p:sp>
            <p:nvSpPr>
              <p:cNvPr name="Freeform 225" id="22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6" id="22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7" id="227"/>
            <p:cNvGrpSpPr/>
            <p:nvPr/>
          </p:nvGrpSpPr>
          <p:grpSpPr>
            <a:xfrm rot="5400000">
              <a:off x="1795115" y="1801224"/>
              <a:ext cx="76873" cy="1005368"/>
              <a:chOff x="0" y="0"/>
              <a:chExt cx="80806" cy="1056806"/>
            </a:xfrm>
          </p:grpSpPr>
          <p:sp>
            <p:nvSpPr>
              <p:cNvPr name="Freeform 228" id="22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9" id="22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0" id="230"/>
            <p:cNvGrpSpPr/>
            <p:nvPr/>
          </p:nvGrpSpPr>
          <p:grpSpPr>
            <a:xfrm rot="0">
              <a:off x="1330868" y="1336976"/>
              <a:ext cx="76873" cy="1005368"/>
              <a:chOff x="0" y="0"/>
              <a:chExt cx="80806" cy="1056806"/>
            </a:xfrm>
          </p:grpSpPr>
          <p:sp>
            <p:nvSpPr>
              <p:cNvPr name="Freeform 231" id="23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2" id="23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3" id="233"/>
            <p:cNvGrpSpPr/>
            <p:nvPr/>
          </p:nvGrpSpPr>
          <p:grpSpPr>
            <a:xfrm rot="5400000">
              <a:off x="1795115" y="865008"/>
              <a:ext cx="76873" cy="1005368"/>
              <a:chOff x="0" y="0"/>
              <a:chExt cx="80806" cy="1056806"/>
            </a:xfrm>
          </p:grpSpPr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5" id="23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6" id="236"/>
            <p:cNvGrpSpPr/>
            <p:nvPr/>
          </p:nvGrpSpPr>
          <p:grpSpPr>
            <a:xfrm rot="0">
              <a:off x="2259363" y="1336976"/>
              <a:ext cx="76873" cy="1005368"/>
              <a:chOff x="0" y="0"/>
              <a:chExt cx="80806" cy="1056806"/>
            </a:xfrm>
          </p:grpSpPr>
          <p:sp>
            <p:nvSpPr>
              <p:cNvPr name="Freeform 237" id="23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8" id="23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9" id="239"/>
            <p:cNvGrpSpPr/>
            <p:nvPr/>
          </p:nvGrpSpPr>
          <p:grpSpPr>
            <a:xfrm rot="5400000">
              <a:off x="1795115" y="870272"/>
              <a:ext cx="76873" cy="1005368"/>
              <a:chOff x="0" y="0"/>
              <a:chExt cx="80806" cy="1056806"/>
            </a:xfrm>
          </p:grpSpPr>
          <p:sp>
            <p:nvSpPr>
              <p:cNvPr name="Freeform 240" id="24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1" id="24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2" id="242"/>
            <p:cNvGrpSpPr/>
            <p:nvPr/>
          </p:nvGrpSpPr>
          <p:grpSpPr>
            <a:xfrm rot="0">
              <a:off x="1330868" y="406025"/>
              <a:ext cx="76873" cy="1005368"/>
              <a:chOff x="0" y="0"/>
              <a:chExt cx="80806" cy="1056806"/>
            </a:xfrm>
          </p:grpSpPr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4" id="24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5" id="245"/>
            <p:cNvGrpSpPr/>
            <p:nvPr/>
          </p:nvGrpSpPr>
          <p:grpSpPr>
            <a:xfrm rot="5400000">
              <a:off x="1795115" y="-65943"/>
              <a:ext cx="76873" cy="1005368"/>
              <a:chOff x="0" y="0"/>
              <a:chExt cx="80806" cy="1056806"/>
            </a:xfrm>
          </p:grpSpPr>
          <p:sp>
            <p:nvSpPr>
              <p:cNvPr name="Freeform 246" id="24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7" id="24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8" id="248"/>
            <p:cNvGrpSpPr/>
            <p:nvPr/>
          </p:nvGrpSpPr>
          <p:grpSpPr>
            <a:xfrm rot="0">
              <a:off x="2259363" y="406025"/>
              <a:ext cx="76873" cy="1005368"/>
              <a:chOff x="0" y="0"/>
              <a:chExt cx="80806" cy="1056806"/>
            </a:xfrm>
          </p:grpSpPr>
          <p:sp>
            <p:nvSpPr>
              <p:cNvPr name="Freeform 249" id="24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0" id="25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1" id="251"/>
            <p:cNvGrpSpPr/>
            <p:nvPr/>
          </p:nvGrpSpPr>
          <p:grpSpPr>
            <a:xfrm rot="8100000">
              <a:off x="1002475" y="541950"/>
              <a:ext cx="76873" cy="1005368"/>
              <a:chOff x="0" y="0"/>
              <a:chExt cx="80806" cy="1056806"/>
            </a:xfrm>
          </p:grpSpPr>
          <p:sp>
            <p:nvSpPr>
              <p:cNvPr name="Freeform 252" id="25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3" id="25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4" id="254"/>
            <p:cNvGrpSpPr/>
            <p:nvPr/>
          </p:nvGrpSpPr>
          <p:grpSpPr>
            <a:xfrm rot="2700000">
              <a:off x="1002475" y="-114595"/>
              <a:ext cx="76873" cy="1005368"/>
              <a:chOff x="0" y="0"/>
              <a:chExt cx="80806" cy="1056806"/>
            </a:xfrm>
          </p:grpSpPr>
          <p:sp>
            <p:nvSpPr>
              <p:cNvPr name="Freeform 255" id="25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6" id="25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7" id="257"/>
            <p:cNvGrpSpPr/>
            <p:nvPr/>
          </p:nvGrpSpPr>
          <p:grpSpPr>
            <a:xfrm rot="8100000">
              <a:off x="1664479" y="-120054"/>
              <a:ext cx="76873" cy="1005368"/>
              <a:chOff x="0" y="0"/>
              <a:chExt cx="80806" cy="1056806"/>
            </a:xfrm>
          </p:grpSpPr>
          <p:sp>
            <p:nvSpPr>
              <p:cNvPr name="Freeform 258" id="25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9" id="25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0" id="260"/>
            <p:cNvGrpSpPr/>
            <p:nvPr/>
          </p:nvGrpSpPr>
          <p:grpSpPr>
            <a:xfrm rot="2700000">
              <a:off x="1659020" y="541950"/>
              <a:ext cx="76873" cy="1005368"/>
              <a:chOff x="0" y="0"/>
              <a:chExt cx="80806" cy="1056806"/>
            </a:xfrm>
          </p:grpSpPr>
          <p:sp>
            <p:nvSpPr>
              <p:cNvPr name="Freeform 261" id="26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2" id="26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3" id="263"/>
            <p:cNvGrpSpPr/>
            <p:nvPr/>
          </p:nvGrpSpPr>
          <p:grpSpPr>
            <a:xfrm rot="8100000">
              <a:off x="344193" y="1200232"/>
              <a:ext cx="76873" cy="1005368"/>
              <a:chOff x="0" y="0"/>
              <a:chExt cx="80806" cy="1056806"/>
            </a:xfrm>
          </p:grpSpPr>
          <p:sp>
            <p:nvSpPr>
              <p:cNvPr name="Freeform 264" id="26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5" id="26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6" id="266"/>
            <p:cNvGrpSpPr/>
            <p:nvPr/>
          </p:nvGrpSpPr>
          <p:grpSpPr>
            <a:xfrm rot="2700000">
              <a:off x="344193" y="543687"/>
              <a:ext cx="76873" cy="1005368"/>
              <a:chOff x="0" y="0"/>
              <a:chExt cx="80806" cy="1056806"/>
            </a:xfrm>
          </p:grpSpPr>
          <p:sp>
            <p:nvSpPr>
              <p:cNvPr name="Freeform 267" id="26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8" id="26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9" id="269"/>
            <p:cNvGrpSpPr/>
            <p:nvPr/>
          </p:nvGrpSpPr>
          <p:grpSpPr>
            <a:xfrm rot="8100000">
              <a:off x="1006198" y="538228"/>
              <a:ext cx="76873" cy="1005368"/>
              <a:chOff x="0" y="0"/>
              <a:chExt cx="80806" cy="1056806"/>
            </a:xfrm>
          </p:grpSpPr>
          <p:sp>
            <p:nvSpPr>
              <p:cNvPr name="Freeform 270" id="27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1" id="27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2" id="272"/>
            <p:cNvGrpSpPr/>
            <p:nvPr/>
          </p:nvGrpSpPr>
          <p:grpSpPr>
            <a:xfrm rot="2700000">
              <a:off x="1000738" y="1200232"/>
              <a:ext cx="76873" cy="1005368"/>
              <a:chOff x="0" y="0"/>
              <a:chExt cx="80806" cy="1056806"/>
            </a:xfrm>
          </p:grpSpPr>
          <p:sp>
            <p:nvSpPr>
              <p:cNvPr name="Freeform 273" id="27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4" id="27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5" id="275"/>
            <p:cNvGrpSpPr/>
            <p:nvPr/>
          </p:nvGrpSpPr>
          <p:grpSpPr>
            <a:xfrm rot="8100000">
              <a:off x="999296" y="1855335"/>
              <a:ext cx="76873" cy="1005368"/>
              <a:chOff x="0" y="0"/>
              <a:chExt cx="80806" cy="1056806"/>
            </a:xfrm>
          </p:grpSpPr>
          <p:sp>
            <p:nvSpPr>
              <p:cNvPr name="Freeform 276" id="27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7" id="27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8" id="278"/>
            <p:cNvGrpSpPr/>
            <p:nvPr/>
          </p:nvGrpSpPr>
          <p:grpSpPr>
            <a:xfrm rot="2700000">
              <a:off x="999296" y="1198790"/>
              <a:ext cx="76873" cy="1005368"/>
              <a:chOff x="0" y="0"/>
              <a:chExt cx="80806" cy="1056806"/>
            </a:xfrm>
          </p:grpSpPr>
          <p:sp>
            <p:nvSpPr>
              <p:cNvPr name="Freeform 279" id="27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0" id="28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1" id="281"/>
            <p:cNvGrpSpPr/>
            <p:nvPr/>
          </p:nvGrpSpPr>
          <p:grpSpPr>
            <a:xfrm rot="8100000">
              <a:off x="1661300" y="1193331"/>
              <a:ext cx="76873" cy="1005368"/>
              <a:chOff x="0" y="0"/>
              <a:chExt cx="80806" cy="1056806"/>
            </a:xfrm>
          </p:grpSpPr>
          <p:sp>
            <p:nvSpPr>
              <p:cNvPr name="Freeform 282" id="28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3" id="28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4" id="284"/>
            <p:cNvGrpSpPr/>
            <p:nvPr/>
          </p:nvGrpSpPr>
          <p:grpSpPr>
            <a:xfrm rot="2700000">
              <a:off x="1655841" y="1855335"/>
              <a:ext cx="76873" cy="1005368"/>
              <a:chOff x="0" y="0"/>
              <a:chExt cx="80806" cy="1056806"/>
            </a:xfrm>
          </p:grpSpPr>
          <p:sp>
            <p:nvSpPr>
              <p:cNvPr name="Freeform 285" id="28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6" id="28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7" id="287"/>
            <p:cNvGrpSpPr/>
            <p:nvPr/>
          </p:nvGrpSpPr>
          <p:grpSpPr>
            <a:xfrm rot="8100000">
              <a:off x="1657578" y="1197053"/>
              <a:ext cx="76873" cy="1005368"/>
              <a:chOff x="0" y="0"/>
              <a:chExt cx="80806" cy="1056806"/>
            </a:xfrm>
          </p:grpSpPr>
          <p:sp>
            <p:nvSpPr>
              <p:cNvPr name="Freeform 288" id="28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9" id="28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0" id="290"/>
            <p:cNvGrpSpPr/>
            <p:nvPr/>
          </p:nvGrpSpPr>
          <p:grpSpPr>
            <a:xfrm rot="2700000">
              <a:off x="1657578" y="540508"/>
              <a:ext cx="76873" cy="1005368"/>
              <a:chOff x="0" y="0"/>
              <a:chExt cx="80806" cy="1056806"/>
            </a:xfrm>
          </p:grpSpPr>
          <p:sp>
            <p:nvSpPr>
              <p:cNvPr name="Freeform 291" id="29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2" id="29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3" id="293"/>
            <p:cNvGrpSpPr/>
            <p:nvPr/>
          </p:nvGrpSpPr>
          <p:grpSpPr>
            <a:xfrm rot="8100000">
              <a:off x="2319582" y="535049"/>
              <a:ext cx="76873" cy="1005368"/>
              <a:chOff x="0" y="0"/>
              <a:chExt cx="80806" cy="1056806"/>
            </a:xfrm>
          </p:grpSpPr>
          <p:sp>
            <p:nvSpPr>
              <p:cNvPr name="Freeform 294" id="29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5" id="29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6" id="296"/>
            <p:cNvGrpSpPr/>
            <p:nvPr/>
          </p:nvGrpSpPr>
          <p:grpSpPr>
            <a:xfrm rot="2700000">
              <a:off x="2314123" y="1197053"/>
              <a:ext cx="76873" cy="1005368"/>
              <a:chOff x="0" y="0"/>
              <a:chExt cx="80806" cy="1056806"/>
            </a:xfrm>
          </p:grpSpPr>
          <p:sp>
            <p:nvSpPr>
              <p:cNvPr name="Freeform 297" id="29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8" id="29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9" id="299"/>
            <p:cNvGrpSpPr/>
            <p:nvPr/>
          </p:nvGrpSpPr>
          <p:grpSpPr>
            <a:xfrm rot="0">
              <a:off x="1332221" y="2206841"/>
              <a:ext cx="76207" cy="1931829"/>
              <a:chOff x="0" y="0"/>
              <a:chExt cx="40947" cy="1037985"/>
            </a:xfrm>
          </p:grpSpPr>
          <p:sp>
            <p:nvSpPr>
              <p:cNvPr name="Freeform 300" id="300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1" id="301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02" id="302"/>
          <p:cNvGrpSpPr/>
          <p:nvPr/>
        </p:nvGrpSpPr>
        <p:grpSpPr>
          <a:xfrm rot="0">
            <a:off x="11768497" y="3591499"/>
            <a:ext cx="2055486" cy="3104002"/>
            <a:chOff x="0" y="0"/>
            <a:chExt cx="2740648" cy="4138670"/>
          </a:xfrm>
        </p:grpSpPr>
        <p:grpSp>
          <p:nvGrpSpPr>
            <p:cNvPr name="Group 303" id="303"/>
            <p:cNvGrpSpPr/>
            <p:nvPr/>
          </p:nvGrpSpPr>
          <p:grpSpPr>
            <a:xfrm rot="5400000">
              <a:off x="868660" y="870272"/>
              <a:ext cx="76873" cy="1005368"/>
              <a:chOff x="0" y="0"/>
              <a:chExt cx="80806" cy="1056806"/>
            </a:xfrm>
          </p:grpSpPr>
          <p:sp>
            <p:nvSpPr>
              <p:cNvPr name="Freeform 304" id="30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5" id="30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6" id="306"/>
            <p:cNvGrpSpPr/>
            <p:nvPr/>
          </p:nvGrpSpPr>
          <p:grpSpPr>
            <a:xfrm rot="0">
              <a:off x="404413" y="406025"/>
              <a:ext cx="76873" cy="1005368"/>
              <a:chOff x="0" y="0"/>
              <a:chExt cx="80806" cy="1056806"/>
            </a:xfrm>
          </p:grpSpPr>
          <p:sp>
            <p:nvSpPr>
              <p:cNvPr name="Freeform 307" id="30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8" id="30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9" id="309"/>
            <p:cNvGrpSpPr/>
            <p:nvPr/>
          </p:nvGrpSpPr>
          <p:grpSpPr>
            <a:xfrm rot="5400000">
              <a:off x="868660" y="-65943"/>
              <a:ext cx="76873" cy="1005368"/>
              <a:chOff x="0" y="0"/>
              <a:chExt cx="80806" cy="1056806"/>
            </a:xfrm>
          </p:grpSpPr>
          <p:sp>
            <p:nvSpPr>
              <p:cNvPr name="Freeform 310" id="31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1" id="31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2" id="312"/>
            <p:cNvGrpSpPr/>
            <p:nvPr/>
          </p:nvGrpSpPr>
          <p:grpSpPr>
            <a:xfrm rot="0">
              <a:off x="1332908" y="406025"/>
              <a:ext cx="76873" cy="1005368"/>
              <a:chOff x="0" y="0"/>
              <a:chExt cx="80806" cy="1056806"/>
            </a:xfrm>
          </p:grpSpPr>
          <p:sp>
            <p:nvSpPr>
              <p:cNvPr name="Freeform 313" id="31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4" id="31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5" id="315"/>
            <p:cNvGrpSpPr/>
            <p:nvPr/>
          </p:nvGrpSpPr>
          <p:grpSpPr>
            <a:xfrm rot="5400000">
              <a:off x="868660" y="1801224"/>
              <a:ext cx="76873" cy="1005368"/>
              <a:chOff x="0" y="0"/>
              <a:chExt cx="80806" cy="1056806"/>
            </a:xfrm>
          </p:grpSpPr>
          <p:sp>
            <p:nvSpPr>
              <p:cNvPr name="Freeform 316" id="31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7" id="31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8" id="318"/>
            <p:cNvGrpSpPr/>
            <p:nvPr/>
          </p:nvGrpSpPr>
          <p:grpSpPr>
            <a:xfrm rot="0">
              <a:off x="404413" y="1336976"/>
              <a:ext cx="76873" cy="1005368"/>
              <a:chOff x="0" y="0"/>
              <a:chExt cx="80806" cy="1056806"/>
            </a:xfrm>
          </p:grpSpPr>
          <p:sp>
            <p:nvSpPr>
              <p:cNvPr name="Freeform 319" id="31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0" id="32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1" id="321"/>
            <p:cNvGrpSpPr/>
            <p:nvPr/>
          </p:nvGrpSpPr>
          <p:grpSpPr>
            <a:xfrm rot="5400000">
              <a:off x="868660" y="865008"/>
              <a:ext cx="76873" cy="1005368"/>
              <a:chOff x="0" y="0"/>
              <a:chExt cx="80806" cy="1056806"/>
            </a:xfrm>
          </p:grpSpPr>
          <p:sp>
            <p:nvSpPr>
              <p:cNvPr name="Freeform 322" id="32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3" id="32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4" id="324"/>
            <p:cNvGrpSpPr/>
            <p:nvPr/>
          </p:nvGrpSpPr>
          <p:grpSpPr>
            <a:xfrm rot="0">
              <a:off x="1332908" y="1336976"/>
              <a:ext cx="76873" cy="1005368"/>
              <a:chOff x="0" y="0"/>
              <a:chExt cx="80806" cy="1056806"/>
            </a:xfrm>
          </p:grpSpPr>
          <p:sp>
            <p:nvSpPr>
              <p:cNvPr name="Freeform 325" id="32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6" id="32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7" id="327"/>
            <p:cNvGrpSpPr/>
            <p:nvPr/>
          </p:nvGrpSpPr>
          <p:grpSpPr>
            <a:xfrm rot="5400000">
              <a:off x="1795115" y="1801224"/>
              <a:ext cx="76873" cy="1005368"/>
              <a:chOff x="0" y="0"/>
              <a:chExt cx="80806" cy="1056806"/>
            </a:xfrm>
          </p:grpSpPr>
          <p:sp>
            <p:nvSpPr>
              <p:cNvPr name="Freeform 328" id="32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9" id="32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0" id="330"/>
            <p:cNvGrpSpPr/>
            <p:nvPr/>
          </p:nvGrpSpPr>
          <p:grpSpPr>
            <a:xfrm rot="0">
              <a:off x="1330868" y="1336976"/>
              <a:ext cx="76873" cy="1005368"/>
              <a:chOff x="0" y="0"/>
              <a:chExt cx="80806" cy="1056806"/>
            </a:xfrm>
          </p:grpSpPr>
          <p:sp>
            <p:nvSpPr>
              <p:cNvPr name="Freeform 331" id="33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2" id="33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3" id="333"/>
            <p:cNvGrpSpPr/>
            <p:nvPr/>
          </p:nvGrpSpPr>
          <p:grpSpPr>
            <a:xfrm rot="5400000">
              <a:off x="1795115" y="865008"/>
              <a:ext cx="76873" cy="1005368"/>
              <a:chOff x="0" y="0"/>
              <a:chExt cx="80806" cy="1056806"/>
            </a:xfrm>
          </p:grpSpPr>
          <p:sp>
            <p:nvSpPr>
              <p:cNvPr name="Freeform 334" id="33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5" id="33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6" id="336"/>
            <p:cNvGrpSpPr/>
            <p:nvPr/>
          </p:nvGrpSpPr>
          <p:grpSpPr>
            <a:xfrm rot="0">
              <a:off x="2259363" y="1336976"/>
              <a:ext cx="76873" cy="1005368"/>
              <a:chOff x="0" y="0"/>
              <a:chExt cx="80806" cy="1056806"/>
            </a:xfrm>
          </p:grpSpPr>
          <p:sp>
            <p:nvSpPr>
              <p:cNvPr name="Freeform 337" id="33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8" id="33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9" id="339"/>
            <p:cNvGrpSpPr/>
            <p:nvPr/>
          </p:nvGrpSpPr>
          <p:grpSpPr>
            <a:xfrm rot="5400000">
              <a:off x="1795115" y="870272"/>
              <a:ext cx="76873" cy="1005368"/>
              <a:chOff x="0" y="0"/>
              <a:chExt cx="80806" cy="1056806"/>
            </a:xfrm>
          </p:grpSpPr>
          <p:sp>
            <p:nvSpPr>
              <p:cNvPr name="Freeform 340" id="34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1" id="34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2" id="342"/>
            <p:cNvGrpSpPr/>
            <p:nvPr/>
          </p:nvGrpSpPr>
          <p:grpSpPr>
            <a:xfrm rot="0">
              <a:off x="1330868" y="406025"/>
              <a:ext cx="76873" cy="1005368"/>
              <a:chOff x="0" y="0"/>
              <a:chExt cx="80806" cy="1056806"/>
            </a:xfrm>
          </p:grpSpPr>
          <p:sp>
            <p:nvSpPr>
              <p:cNvPr name="Freeform 343" id="34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4" id="34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5" id="345"/>
            <p:cNvGrpSpPr/>
            <p:nvPr/>
          </p:nvGrpSpPr>
          <p:grpSpPr>
            <a:xfrm rot="5400000">
              <a:off x="1795115" y="-65943"/>
              <a:ext cx="76873" cy="1005368"/>
              <a:chOff x="0" y="0"/>
              <a:chExt cx="80806" cy="1056806"/>
            </a:xfrm>
          </p:grpSpPr>
          <p:sp>
            <p:nvSpPr>
              <p:cNvPr name="Freeform 346" id="34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7" id="34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8" id="348"/>
            <p:cNvGrpSpPr/>
            <p:nvPr/>
          </p:nvGrpSpPr>
          <p:grpSpPr>
            <a:xfrm rot="0">
              <a:off x="2259363" y="406025"/>
              <a:ext cx="76873" cy="1005368"/>
              <a:chOff x="0" y="0"/>
              <a:chExt cx="80806" cy="1056806"/>
            </a:xfrm>
          </p:grpSpPr>
          <p:sp>
            <p:nvSpPr>
              <p:cNvPr name="Freeform 349" id="34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0" id="35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1" id="351"/>
            <p:cNvGrpSpPr/>
            <p:nvPr/>
          </p:nvGrpSpPr>
          <p:grpSpPr>
            <a:xfrm rot="8100000">
              <a:off x="1002475" y="541950"/>
              <a:ext cx="76873" cy="1005368"/>
              <a:chOff x="0" y="0"/>
              <a:chExt cx="80806" cy="1056806"/>
            </a:xfrm>
          </p:grpSpPr>
          <p:sp>
            <p:nvSpPr>
              <p:cNvPr name="Freeform 352" id="35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3" id="35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4" id="354"/>
            <p:cNvGrpSpPr/>
            <p:nvPr/>
          </p:nvGrpSpPr>
          <p:grpSpPr>
            <a:xfrm rot="2700000">
              <a:off x="1002475" y="-114595"/>
              <a:ext cx="76873" cy="1005368"/>
              <a:chOff x="0" y="0"/>
              <a:chExt cx="80806" cy="1056806"/>
            </a:xfrm>
          </p:grpSpPr>
          <p:sp>
            <p:nvSpPr>
              <p:cNvPr name="Freeform 355" id="35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6" id="35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7" id="357"/>
            <p:cNvGrpSpPr/>
            <p:nvPr/>
          </p:nvGrpSpPr>
          <p:grpSpPr>
            <a:xfrm rot="8100000">
              <a:off x="1664479" y="-120054"/>
              <a:ext cx="76873" cy="1005368"/>
              <a:chOff x="0" y="0"/>
              <a:chExt cx="80806" cy="1056806"/>
            </a:xfrm>
          </p:grpSpPr>
          <p:sp>
            <p:nvSpPr>
              <p:cNvPr name="Freeform 358" id="35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9" id="35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0" id="360"/>
            <p:cNvGrpSpPr/>
            <p:nvPr/>
          </p:nvGrpSpPr>
          <p:grpSpPr>
            <a:xfrm rot="2700000">
              <a:off x="1659020" y="541950"/>
              <a:ext cx="76873" cy="1005368"/>
              <a:chOff x="0" y="0"/>
              <a:chExt cx="80806" cy="1056806"/>
            </a:xfrm>
          </p:grpSpPr>
          <p:sp>
            <p:nvSpPr>
              <p:cNvPr name="Freeform 361" id="36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2" id="36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3" id="363"/>
            <p:cNvGrpSpPr/>
            <p:nvPr/>
          </p:nvGrpSpPr>
          <p:grpSpPr>
            <a:xfrm rot="8100000">
              <a:off x="344193" y="1200232"/>
              <a:ext cx="76873" cy="1005368"/>
              <a:chOff x="0" y="0"/>
              <a:chExt cx="80806" cy="1056806"/>
            </a:xfrm>
          </p:grpSpPr>
          <p:sp>
            <p:nvSpPr>
              <p:cNvPr name="Freeform 364" id="36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5" id="36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6" id="366"/>
            <p:cNvGrpSpPr/>
            <p:nvPr/>
          </p:nvGrpSpPr>
          <p:grpSpPr>
            <a:xfrm rot="2700000">
              <a:off x="344193" y="543687"/>
              <a:ext cx="76873" cy="1005368"/>
              <a:chOff x="0" y="0"/>
              <a:chExt cx="80806" cy="1056806"/>
            </a:xfrm>
          </p:grpSpPr>
          <p:sp>
            <p:nvSpPr>
              <p:cNvPr name="Freeform 367" id="36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8" id="36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9" id="369"/>
            <p:cNvGrpSpPr/>
            <p:nvPr/>
          </p:nvGrpSpPr>
          <p:grpSpPr>
            <a:xfrm rot="8100000">
              <a:off x="1006198" y="538228"/>
              <a:ext cx="76873" cy="1005368"/>
              <a:chOff x="0" y="0"/>
              <a:chExt cx="80806" cy="1056806"/>
            </a:xfrm>
          </p:grpSpPr>
          <p:sp>
            <p:nvSpPr>
              <p:cNvPr name="Freeform 370" id="37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1" id="37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2" id="372"/>
            <p:cNvGrpSpPr/>
            <p:nvPr/>
          </p:nvGrpSpPr>
          <p:grpSpPr>
            <a:xfrm rot="2700000">
              <a:off x="1000738" y="1200232"/>
              <a:ext cx="76873" cy="1005368"/>
              <a:chOff x="0" y="0"/>
              <a:chExt cx="80806" cy="1056806"/>
            </a:xfrm>
          </p:grpSpPr>
          <p:sp>
            <p:nvSpPr>
              <p:cNvPr name="Freeform 373" id="37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4" id="37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5" id="375"/>
            <p:cNvGrpSpPr/>
            <p:nvPr/>
          </p:nvGrpSpPr>
          <p:grpSpPr>
            <a:xfrm rot="8100000">
              <a:off x="999296" y="1855335"/>
              <a:ext cx="76873" cy="1005368"/>
              <a:chOff x="0" y="0"/>
              <a:chExt cx="80806" cy="1056806"/>
            </a:xfrm>
          </p:grpSpPr>
          <p:sp>
            <p:nvSpPr>
              <p:cNvPr name="Freeform 376" id="37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7" id="37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8" id="378"/>
            <p:cNvGrpSpPr/>
            <p:nvPr/>
          </p:nvGrpSpPr>
          <p:grpSpPr>
            <a:xfrm rot="2700000">
              <a:off x="999296" y="1198790"/>
              <a:ext cx="76873" cy="1005368"/>
              <a:chOff x="0" y="0"/>
              <a:chExt cx="80806" cy="1056806"/>
            </a:xfrm>
          </p:grpSpPr>
          <p:sp>
            <p:nvSpPr>
              <p:cNvPr name="Freeform 379" id="37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0" id="38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1" id="381"/>
            <p:cNvGrpSpPr/>
            <p:nvPr/>
          </p:nvGrpSpPr>
          <p:grpSpPr>
            <a:xfrm rot="8100000">
              <a:off x="1661300" y="1193331"/>
              <a:ext cx="76873" cy="1005368"/>
              <a:chOff x="0" y="0"/>
              <a:chExt cx="80806" cy="1056806"/>
            </a:xfrm>
          </p:grpSpPr>
          <p:sp>
            <p:nvSpPr>
              <p:cNvPr name="Freeform 382" id="38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3" id="38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4" id="384"/>
            <p:cNvGrpSpPr/>
            <p:nvPr/>
          </p:nvGrpSpPr>
          <p:grpSpPr>
            <a:xfrm rot="2700000">
              <a:off x="1655841" y="1855335"/>
              <a:ext cx="76873" cy="1005368"/>
              <a:chOff x="0" y="0"/>
              <a:chExt cx="80806" cy="1056806"/>
            </a:xfrm>
          </p:grpSpPr>
          <p:sp>
            <p:nvSpPr>
              <p:cNvPr name="Freeform 385" id="38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6" id="38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7" id="387"/>
            <p:cNvGrpSpPr/>
            <p:nvPr/>
          </p:nvGrpSpPr>
          <p:grpSpPr>
            <a:xfrm rot="8100000">
              <a:off x="1657578" y="1197053"/>
              <a:ext cx="76873" cy="1005368"/>
              <a:chOff x="0" y="0"/>
              <a:chExt cx="80806" cy="1056806"/>
            </a:xfrm>
          </p:grpSpPr>
          <p:sp>
            <p:nvSpPr>
              <p:cNvPr name="Freeform 388" id="38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9" id="38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0" id="390"/>
            <p:cNvGrpSpPr/>
            <p:nvPr/>
          </p:nvGrpSpPr>
          <p:grpSpPr>
            <a:xfrm rot="2700000">
              <a:off x="1657578" y="540508"/>
              <a:ext cx="76873" cy="1005368"/>
              <a:chOff x="0" y="0"/>
              <a:chExt cx="80806" cy="1056806"/>
            </a:xfrm>
          </p:grpSpPr>
          <p:sp>
            <p:nvSpPr>
              <p:cNvPr name="Freeform 391" id="39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2" id="39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3" id="393"/>
            <p:cNvGrpSpPr/>
            <p:nvPr/>
          </p:nvGrpSpPr>
          <p:grpSpPr>
            <a:xfrm rot="8100000">
              <a:off x="2319582" y="535049"/>
              <a:ext cx="76873" cy="1005368"/>
              <a:chOff x="0" y="0"/>
              <a:chExt cx="80806" cy="1056806"/>
            </a:xfrm>
          </p:grpSpPr>
          <p:sp>
            <p:nvSpPr>
              <p:cNvPr name="Freeform 394" id="39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5" id="39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6" id="396"/>
            <p:cNvGrpSpPr/>
            <p:nvPr/>
          </p:nvGrpSpPr>
          <p:grpSpPr>
            <a:xfrm rot="2700000">
              <a:off x="2314123" y="1197053"/>
              <a:ext cx="76873" cy="1005368"/>
              <a:chOff x="0" y="0"/>
              <a:chExt cx="80806" cy="1056806"/>
            </a:xfrm>
          </p:grpSpPr>
          <p:sp>
            <p:nvSpPr>
              <p:cNvPr name="Freeform 397" id="39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8" id="39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9" id="399"/>
            <p:cNvGrpSpPr/>
            <p:nvPr/>
          </p:nvGrpSpPr>
          <p:grpSpPr>
            <a:xfrm rot="0">
              <a:off x="1332221" y="2206841"/>
              <a:ext cx="76207" cy="1931829"/>
              <a:chOff x="0" y="0"/>
              <a:chExt cx="40947" cy="1037985"/>
            </a:xfrm>
          </p:grpSpPr>
          <p:sp>
            <p:nvSpPr>
              <p:cNvPr name="Freeform 400" id="400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1" id="401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02" id="402"/>
          <p:cNvGrpSpPr/>
          <p:nvPr/>
        </p:nvGrpSpPr>
        <p:grpSpPr>
          <a:xfrm rot="0">
            <a:off x="14108488" y="3591499"/>
            <a:ext cx="2055486" cy="3104002"/>
            <a:chOff x="0" y="0"/>
            <a:chExt cx="2740648" cy="4138670"/>
          </a:xfrm>
        </p:grpSpPr>
        <p:grpSp>
          <p:nvGrpSpPr>
            <p:cNvPr name="Group 403" id="403"/>
            <p:cNvGrpSpPr/>
            <p:nvPr/>
          </p:nvGrpSpPr>
          <p:grpSpPr>
            <a:xfrm rot="5400000">
              <a:off x="868660" y="870272"/>
              <a:ext cx="76873" cy="1005368"/>
              <a:chOff x="0" y="0"/>
              <a:chExt cx="80806" cy="1056806"/>
            </a:xfrm>
          </p:grpSpPr>
          <p:sp>
            <p:nvSpPr>
              <p:cNvPr name="Freeform 404" id="40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5" id="40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6" id="406"/>
            <p:cNvGrpSpPr/>
            <p:nvPr/>
          </p:nvGrpSpPr>
          <p:grpSpPr>
            <a:xfrm rot="0">
              <a:off x="404413" y="406025"/>
              <a:ext cx="76873" cy="1005368"/>
              <a:chOff x="0" y="0"/>
              <a:chExt cx="80806" cy="1056806"/>
            </a:xfrm>
          </p:grpSpPr>
          <p:sp>
            <p:nvSpPr>
              <p:cNvPr name="Freeform 407" id="40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8" id="40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9" id="409"/>
            <p:cNvGrpSpPr/>
            <p:nvPr/>
          </p:nvGrpSpPr>
          <p:grpSpPr>
            <a:xfrm rot="5400000">
              <a:off x="868660" y="-65943"/>
              <a:ext cx="76873" cy="1005368"/>
              <a:chOff x="0" y="0"/>
              <a:chExt cx="80806" cy="1056806"/>
            </a:xfrm>
          </p:grpSpPr>
          <p:sp>
            <p:nvSpPr>
              <p:cNvPr name="Freeform 410" id="41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1" id="41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2" id="412"/>
            <p:cNvGrpSpPr/>
            <p:nvPr/>
          </p:nvGrpSpPr>
          <p:grpSpPr>
            <a:xfrm rot="0">
              <a:off x="1332908" y="406025"/>
              <a:ext cx="76873" cy="1005368"/>
              <a:chOff x="0" y="0"/>
              <a:chExt cx="80806" cy="1056806"/>
            </a:xfrm>
          </p:grpSpPr>
          <p:sp>
            <p:nvSpPr>
              <p:cNvPr name="Freeform 413" id="41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4" id="41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5" id="415"/>
            <p:cNvGrpSpPr/>
            <p:nvPr/>
          </p:nvGrpSpPr>
          <p:grpSpPr>
            <a:xfrm rot="5400000">
              <a:off x="868660" y="1801224"/>
              <a:ext cx="76873" cy="1005368"/>
              <a:chOff x="0" y="0"/>
              <a:chExt cx="80806" cy="1056806"/>
            </a:xfrm>
          </p:grpSpPr>
          <p:sp>
            <p:nvSpPr>
              <p:cNvPr name="Freeform 416" id="41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7" id="41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8" id="418"/>
            <p:cNvGrpSpPr/>
            <p:nvPr/>
          </p:nvGrpSpPr>
          <p:grpSpPr>
            <a:xfrm rot="0">
              <a:off x="404413" y="1336976"/>
              <a:ext cx="76873" cy="1005368"/>
              <a:chOff x="0" y="0"/>
              <a:chExt cx="80806" cy="1056806"/>
            </a:xfrm>
          </p:grpSpPr>
          <p:sp>
            <p:nvSpPr>
              <p:cNvPr name="Freeform 419" id="41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0" id="42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1" id="421"/>
            <p:cNvGrpSpPr/>
            <p:nvPr/>
          </p:nvGrpSpPr>
          <p:grpSpPr>
            <a:xfrm rot="5400000">
              <a:off x="868660" y="865008"/>
              <a:ext cx="76873" cy="1005368"/>
              <a:chOff x="0" y="0"/>
              <a:chExt cx="80806" cy="1056806"/>
            </a:xfrm>
          </p:grpSpPr>
          <p:sp>
            <p:nvSpPr>
              <p:cNvPr name="Freeform 422" id="42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3" id="42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4" id="424"/>
            <p:cNvGrpSpPr/>
            <p:nvPr/>
          </p:nvGrpSpPr>
          <p:grpSpPr>
            <a:xfrm rot="0">
              <a:off x="1332908" y="1336976"/>
              <a:ext cx="76873" cy="1005368"/>
              <a:chOff x="0" y="0"/>
              <a:chExt cx="80806" cy="1056806"/>
            </a:xfrm>
          </p:grpSpPr>
          <p:sp>
            <p:nvSpPr>
              <p:cNvPr name="Freeform 425" id="42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6" id="42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7" id="427"/>
            <p:cNvGrpSpPr/>
            <p:nvPr/>
          </p:nvGrpSpPr>
          <p:grpSpPr>
            <a:xfrm rot="5400000">
              <a:off x="1795115" y="1801224"/>
              <a:ext cx="76873" cy="1005368"/>
              <a:chOff x="0" y="0"/>
              <a:chExt cx="80806" cy="1056806"/>
            </a:xfrm>
          </p:grpSpPr>
          <p:sp>
            <p:nvSpPr>
              <p:cNvPr name="Freeform 428" id="42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9" id="42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0" id="430"/>
            <p:cNvGrpSpPr/>
            <p:nvPr/>
          </p:nvGrpSpPr>
          <p:grpSpPr>
            <a:xfrm rot="0">
              <a:off x="1330868" y="1336976"/>
              <a:ext cx="76873" cy="1005368"/>
              <a:chOff x="0" y="0"/>
              <a:chExt cx="80806" cy="1056806"/>
            </a:xfrm>
          </p:grpSpPr>
          <p:sp>
            <p:nvSpPr>
              <p:cNvPr name="Freeform 431" id="43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2" id="43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3" id="433"/>
            <p:cNvGrpSpPr/>
            <p:nvPr/>
          </p:nvGrpSpPr>
          <p:grpSpPr>
            <a:xfrm rot="5400000">
              <a:off x="1795115" y="865008"/>
              <a:ext cx="76873" cy="1005368"/>
              <a:chOff x="0" y="0"/>
              <a:chExt cx="80806" cy="1056806"/>
            </a:xfrm>
          </p:grpSpPr>
          <p:sp>
            <p:nvSpPr>
              <p:cNvPr name="Freeform 434" id="43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5" id="43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6" id="436"/>
            <p:cNvGrpSpPr/>
            <p:nvPr/>
          </p:nvGrpSpPr>
          <p:grpSpPr>
            <a:xfrm rot="0">
              <a:off x="2259363" y="1336976"/>
              <a:ext cx="76873" cy="1005368"/>
              <a:chOff x="0" y="0"/>
              <a:chExt cx="80806" cy="1056806"/>
            </a:xfrm>
          </p:grpSpPr>
          <p:sp>
            <p:nvSpPr>
              <p:cNvPr name="Freeform 437" id="43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8" id="43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9" id="439"/>
            <p:cNvGrpSpPr/>
            <p:nvPr/>
          </p:nvGrpSpPr>
          <p:grpSpPr>
            <a:xfrm rot="5400000">
              <a:off x="1795115" y="870272"/>
              <a:ext cx="76873" cy="1005368"/>
              <a:chOff x="0" y="0"/>
              <a:chExt cx="80806" cy="1056806"/>
            </a:xfrm>
          </p:grpSpPr>
          <p:sp>
            <p:nvSpPr>
              <p:cNvPr name="Freeform 440" id="44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1" id="44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2" id="442"/>
            <p:cNvGrpSpPr/>
            <p:nvPr/>
          </p:nvGrpSpPr>
          <p:grpSpPr>
            <a:xfrm rot="0">
              <a:off x="1330868" y="406025"/>
              <a:ext cx="76873" cy="1005368"/>
              <a:chOff x="0" y="0"/>
              <a:chExt cx="80806" cy="1056806"/>
            </a:xfrm>
          </p:grpSpPr>
          <p:sp>
            <p:nvSpPr>
              <p:cNvPr name="Freeform 443" id="44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4" id="44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5" id="445"/>
            <p:cNvGrpSpPr/>
            <p:nvPr/>
          </p:nvGrpSpPr>
          <p:grpSpPr>
            <a:xfrm rot="5400000">
              <a:off x="1795115" y="-65943"/>
              <a:ext cx="76873" cy="1005368"/>
              <a:chOff x="0" y="0"/>
              <a:chExt cx="80806" cy="1056806"/>
            </a:xfrm>
          </p:grpSpPr>
          <p:sp>
            <p:nvSpPr>
              <p:cNvPr name="Freeform 446" id="44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7" id="44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8" id="448"/>
            <p:cNvGrpSpPr/>
            <p:nvPr/>
          </p:nvGrpSpPr>
          <p:grpSpPr>
            <a:xfrm rot="0">
              <a:off x="2259363" y="406025"/>
              <a:ext cx="76873" cy="1005368"/>
              <a:chOff x="0" y="0"/>
              <a:chExt cx="80806" cy="1056806"/>
            </a:xfrm>
          </p:grpSpPr>
          <p:sp>
            <p:nvSpPr>
              <p:cNvPr name="Freeform 449" id="44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0" id="45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1" id="451"/>
            <p:cNvGrpSpPr/>
            <p:nvPr/>
          </p:nvGrpSpPr>
          <p:grpSpPr>
            <a:xfrm rot="8100000">
              <a:off x="1002475" y="541950"/>
              <a:ext cx="76873" cy="1005368"/>
              <a:chOff x="0" y="0"/>
              <a:chExt cx="80806" cy="1056806"/>
            </a:xfrm>
          </p:grpSpPr>
          <p:sp>
            <p:nvSpPr>
              <p:cNvPr name="Freeform 452" id="45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3" id="45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4" id="454"/>
            <p:cNvGrpSpPr/>
            <p:nvPr/>
          </p:nvGrpSpPr>
          <p:grpSpPr>
            <a:xfrm rot="2700000">
              <a:off x="1002475" y="-114595"/>
              <a:ext cx="76873" cy="1005368"/>
              <a:chOff x="0" y="0"/>
              <a:chExt cx="80806" cy="1056806"/>
            </a:xfrm>
          </p:grpSpPr>
          <p:sp>
            <p:nvSpPr>
              <p:cNvPr name="Freeform 455" id="45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6" id="45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7" id="457"/>
            <p:cNvGrpSpPr/>
            <p:nvPr/>
          </p:nvGrpSpPr>
          <p:grpSpPr>
            <a:xfrm rot="8100000">
              <a:off x="1664479" y="-120054"/>
              <a:ext cx="76873" cy="1005368"/>
              <a:chOff x="0" y="0"/>
              <a:chExt cx="80806" cy="1056806"/>
            </a:xfrm>
          </p:grpSpPr>
          <p:sp>
            <p:nvSpPr>
              <p:cNvPr name="Freeform 458" id="45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9" id="45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0" id="460"/>
            <p:cNvGrpSpPr/>
            <p:nvPr/>
          </p:nvGrpSpPr>
          <p:grpSpPr>
            <a:xfrm rot="2700000">
              <a:off x="1659020" y="541950"/>
              <a:ext cx="76873" cy="1005368"/>
              <a:chOff x="0" y="0"/>
              <a:chExt cx="80806" cy="1056806"/>
            </a:xfrm>
          </p:grpSpPr>
          <p:sp>
            <p:nvSpPr>
              <p:cNvPr name="Freeform 461" id="46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2" id="46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3" id="463"/>
            <p:cNvGrpSpPr/>
            <p:nvPr/>
          </p:nvGrpSpPr>
          <p:grpSpPr>
            <a:xfrm rot="8100000">
              <a:off x="344193" y="1200232"/>
              <a:ext cx="76873" cy="1005368"/>
              <a:chOff x="0" y="0"/>
              <a:chExt cx="80806" cy="1056806"/>
            </a:xfrm>
          </p:grpSpPr>
          <p:sp>
            <p:nvSpPr>
              <p:cNvPr name="Freeform 464" id="46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5" id="46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6" id="466"/>
            <p:cNvGrpSpPr/>
            <p:nvPr/>
          </p:nvGrpSpPr>
          <p:grpSpPr>
            <a:xfrm rot="2700000">
              <a:off x="344193" y="543687"/>
              <a:ext cx="76873" cy="1005368"/>
              <a:chOff x="0" y="0"/>
              <a:chExt cx="80806" cy="1056806"/>
            </a:xfrm>
          </p:grpSpPr>
          <p:sp>
            <p:nvSpPr>
              <p:cNvPr name="Freeform 467" id="46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8" id="46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9" id="469"/>
            <p:cNvGrpSpPr/>
            <p:nvPr/>
          </p:nvGrpSpPr>
          <p:grpSpPr>
            <a:xfrm rot="8100000">
              <a:off x="1006198" y="538228"/>
              <a:ext cx="76873" cy="1005368"/>
              <a:chOff x="0" y="0"/>
              <a:chExt cx="80806" cy="1056806"/>
            </a:xfrm>
          </p:grpSpPr>
          <p:sp>
            <p:nvSpPr>
              <p:cNvPr name="Freeform 470" id="47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1" id="47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2" id="472"/>
            <p:cNvGrpSpPr/>
            <p:nvPr/>
          </p:nvGrpSpPr>
          <p:grpSpPr>
            <a:xfrm rot="2700000">
              <a:off x="1000738" y="1200232"/>
              <a:ext cx="76873" cy="1005368"/>
              <a:chOff x="0" y="0"/>
              <a:chExt cx="80806" cy="1056806"/>
            </a:xfrm>
          </p:grpSpPr>
          <p:sp>
            <p:nvSpPr>
              <p:cNvPr name="Freeform 473" id="47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4" id="47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5" id="475"/>
            <p:cNvGrpSpPr/>
            <p:nvPr/>
          </p:nvGrpSpPr>
          <p:grpSpPr>
            <a:xfrm rot="8100000">
              <a:off x="999296" y="1855335"/>
              <a:ext cx="76873" cy="1005368"/>
              <a:chOff x="0" y="0"/>
              <a:chExt cx="80806" cy="1056806"/>
            </a:xfrm>
          </p:grpSpPr>
          <p:sp>
            <p:nvSpPr>
              <p:cNvPr name="Freeform 476" id="47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7" id="47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8" id="478"/>
            <p:cNvGrpSpPr/>
            <p:nvPr/>
          </p:nvGrpSpPr>
          <p:grpSpPr>
            <a:xfrm rot="2700000">
              <a:off x="999296" y="1198790"/>
              <a:ext cx="76873" cy="1005368"/>
              <a:chOff x="0" y="0"/>
              <a:chExt cx="80806" cy="1056806"/>
            </a:xfrm>
          </p:grpSpPr>
          <p:sp>
            <p:nvSpPr>
              <p:cNvPr name="Freeform 479" id="47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0" id="48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1" id="481"/>
            <p:cNvGrpSpPr/>
            <p:nvPr/>
          </p:nvGrpSpPr>
          <p:grpSpPr>
            <a:xfrm rot="8100000">
              <a:off x="1661300" y="1193331"/>
              <a:ext cx="76873" cy="1005368"/>
              <a:chOff x="0" y="0"/>
              <a:chExt cx="80806" cy="1056806"/>
            </a:xfrm>
          </p:grpSpPr>
          <p:sp>
            <p:nvSpPr>
              <p:cNvPr name="Freeform 482" id="48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3" id="48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4" id="484"/>
            <p:cNvGrpSpPr/>
            <p:nvPr/>
          </p:nvGrpSpPr>
          <p:grpSpPr>
            <a:xfrm rot="2700000">
              <a:off x="1655841" y="1855335"/>
              <a:ext cx="76873" cy="1005368"/>
              <a:chOff x="0" y="0"/>
              <a:chExt cx="80806" cy="1056806"/>
            </a:xfrm>
          </p:grpSpPr>
          <p:sp>
            <p:nvSpPr>
              <p:cNvPr name="Freeform 485" id="48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6" id="48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7" id="487"/>
            <p:cNvGrpSpPr/>
            <p:nvPr/>
          </p:nvGrpSpPr>
          <p:grpSpPr>
            <a:xfrm rot="8100000">
              <a:off x="1657578" y="1197053"/>
              <a:ext cx="76873" cy="1005368"/>
              <a:chOff x="0" y="0"/>
              <a:chExt cx="80806" cy="1056806"/>
            </a:xfrm>
          </p:grpSpPr>
          <p:sp>
            <p:nvSpPr>
              <p:cNvPr name="Freeform 488" id="48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9" id="48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0" id="490"/>
            <p:cNvGrpSpPr/>
            <p:nvPr/>
          </p:nvGrpSpPr>
          <p:grpSpPr>
            <a:xfrm rot="2700000">
              <a:off x="1657578" y="540508"/>
              <a:ext cx="76873" cy="1005368"/>
              <a:chOff x="0" y="0"/>
              <a:chExt cx="80806" cy="1056806"/>
            </a:xfrm>
          </p:grpSpPr>
          <p:sp>
            <p:nvSpPr>
              <p:cNvPr name="Freeform 491" id="49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92" id="49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3" id="493"/>
            <p:cNvGrpSpPr/>
            <p:nvPr/>
          </p:nvGrpSpPr>
          <p:grpSpPr>
            <a:xfrm rot="8100000">
              <a:off x="2319582" y="535049"/>
              <a:ext cx="76873" cy="1005368"/>
              <a:chOff x="0" y="0"/>
              <a:chExt cx="80806" cy="1056806"/>
            </a:xfrm>
          </p:grpSpPr>
          <p:sp>
            <p:nvSpPr>
              <p:cNvPr name="Freeform 494" id="49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95" id="49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6" id="496"/>
            <p:cNvGrpSpPr/>
            <p:nvPr/>
          </p:nvGrpSpPr>
          <p:grpSpPr>
            <a:xfrm rot="2700000">
              <a:off x="2314123" y="1197053"/>
              <a:ext cx="76873" cy="1005368"/>
              <a:chOff x="0" y="0"/>
              <a:chExt cx="80806" cy="1056806"/>
            </a:xfrm>
          </p:grpSpPr>
          <p:sp>
            <p:nvSpPr>
              <p:cNvPr name="Freeform 497" id="49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98" id="49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9" id="499"/>
            <p:cNvGrpSpPr/>
            <p:nvPr/>
          </p:nvGrpSpPr>
          <p:grpSpPr>
            <a:xfrm rot="0">
              <a:off x="1332221" y="2206841"/>
              <a:ext cx="76207" cy="1931829"/>
              <a:chOff x="0" y="0"/>
              <a:chExt cx="40947" cy="1037985"/>
            </a:xfrm>
          </p:grpSpPr>
          <p:sp>
            <p:nvSpPr>
              <p:cNvPr name="Freeform 500" id="500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1" id="501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02" id="502"/>
          <p:cNvSpPr/>
          <p:nvPr/>
        </p:nvSpPr>
        <p:spPr>
          <a:xfrm flipH="false" flipV="false" rot="0">
            <a:off x="1028700" y="5143500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5"/>
                </a:lnTo>
                <a:lnTo>
                  <a:pt x="0" y="1353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Freeform 503" id="503"/>
          <p:cNvSpPr/>
          <p:nvPr/>
        </p:nvSpPr>
        <p:spPr>
          <a:xfrm flipH="false" flipV="false" rot="1179337">
            <a:off x="3162130" y="4068662"/>
            <a:ext cx="545533" cy="1012590"/>
          </a:xfrm>
          <a:custGeom>
            <a:avLst/>
            <a:gdLst/>
            <a:ahLst/>
            <a:cxnLst/>
            <a:rect r="r" b="b" t="t" l="l"/>
            <a:pathLst>
              <a:path h="1012590" w="545533">
                <a:moveTo>
                  <a:pt x="0" y="0"/>
                </a:moveTo>
                <a:lnTo>
                  <a:pt x="545532" y="0"/>
                </a:lnTo>
                <a:lnTo>
                  <a:pt x="545532" y="1012590"/>
                </a:lnTo>
                <a:lnTo>
                  <a:pt x="0" y="1012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488" y="4792420"/>
            <a:ext cx="4331664" cy="4331664"/>
          </a:xfrm>
          <a:custGeom>
            <a:avLst/>
            <a:gdLst/>
            <a:ahLst/>
            <a:cxnLst/>
            <a:rect r="r" b="b" t="t" l="l"/>
            <a:pathLst>
              <a:path h="4331664" w="4331664">
                <a:moveTo>
                  <a:pt x="0" y="0"/>
                </a:moveTo>
                <a:lnTo>
                  <a:pt x="4331664" y="0"/>
                </a:lnTo>
                <a:lnTo>
                  <a:pt x="4331664" y="4331663"/>
                </a:lnTo>
                <a:lnTo>
                  <a:pt x="0" y="4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9320" y="1162917"/>
            <a:ext cx="5292347" cy="4114800"/>
          </a:xfrm>
          <a:custGeom>
            <a:avLst/>
            <a:gdLst/>
            <a:ahLst/>
            <a:cxnLst/>
            <a:rect r="r" b="b" t="t" l="l"/>
            <a:pathLst>
              <a:path h="4114800" w="5292347">
                <a:moveTo>
                  <a:pt x="0" y="0"/>
                </a:moveTo>
                <a:lnTo>
                  <a:pt x="5292347" y="0"/>
                </a:lnTo>
                <a:lnTo>
                  <a:pt x="5292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42891" y="1764517"/>
            <a:ext cx="2245205" cy="2245205"/>
            <a:chOff x="0" y="0"/>
            <a:chExt cx="591330" cy="59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144000" y="2774206"/>
            <a:ext cx="8315315" cy="6349877"/>
          </a:xfrm>
          <a:custGeom>
            <a:avLst/>
            <a:gdLst/>
            <a:ahLst/>
            <a:cxnLst/>
            <a:rect r="r" b="b" t="t" l="l"/>
            <a:pathLst>
              <a:path h="6349877" w="8315315">
                <a:moveTo>
                  <a:pt x="0" y="0"/>
                </a:moveTo>
                <a:lnTo>
                  <a:pt x="8315315" y="0"/>
                </a:lnTo>
                <a:lnTo>
                  <a:pt x="8315315" y="6349877"/>
                </a:lnTo>
                <a:lnTo>
                  <a:pt x="0" y="6349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57661" y="3528336"/>
            <a:ext cx="4509723" cy="299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pas 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 pas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degré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TG degré</a:t>
            </a:r>
          </a:p>
          <a:p>
            <a:pPr algn="just">
              <a:lnSpc>
                <a:spcPts val="478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488" y="4792420"/>
            <a:ext cx="4331664" cy="4331664"/>
          </a:xfrm>
          <a:custGeom>
            <a:avLst/>
            <a:gdLst/>
            <a:ahLst/>
            <a:cxnLst/>
            <a:rect r="r" b="b" t="t" l="l"/>
            <a:pathLst>
              <a:path h="4331664" w="4331664">
                <a:moveTo>
                  <a:pt x="0" y="0"/>
                </a:moveTo>
                <a:lnTo>
                  <a:pt x="4331664" y="0"/>
                </a:lnTo>
                <a:lnTo>
                  <a:pt x="4331664" y="4331663"/>
                </a:lnTo>
                <a:lnTo>
                  <a:pt x="0" y="4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9320" y="1162917"/>
            <a:ext cx="5292347" cy="4114800"/>
          </a:xfrm>
          <a:custGeom>
            <a:avLst/>
            <a:gdLst/>
            <a:ahLst/>
            <a:cxnLst/>
            <a:rect r="r" b="b" t="t" l="l"/>
            <a:pathLst>
              <a:path h="4114800" w="5292347">
                <a:moveTo>
                  <a:pt x="0" y="0"/>
                </a:moveTo>
                <a:lnTo>
                  <a:pt x="5292347" y="0"/>
                </a:lnTo>
                <a:lnTo>
                  <a:pt x="5292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42891" y="1764517"/>
            <a:ext cx="2245205" cy="2245205"/>
            <a:chOff x="0" y="0"/>
            <a:chExt cx="591330" cy="59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647538" y="3613406"/>
            <a:ext cx="6611762" cy="520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20254" y="960465"/>
            <a:ext cx="5139046" cy="523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86207" y="5791136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7" y="0"/>
                </a:lnTo>
                <a:lnTo>
                  <a:pt x="2259587" y="2259588"/>
                </a:lnTo>
                <a:lnTo>
                  <a:pt x="0" y="225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62595" y="3575306"/>
            <a:ext cx="306810" cy="4012561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20254" y="960465"/>
            <a:ext cx="5139046" cy="523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5802692" y="2184872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7" y="0"/>
                </a:lnTo>
                <a:lnTo>
                  <a:pt x="2259587" y="2259587"/>
                </a:lnTo>
                <a:lnTo>
                  <a:pt x="0" y="225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62595" y="3575306"/>
            <a:ext cx="306810" cy="4012561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20254" y="960465"/>
            <a:ext cx="5139046" cy="523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8015471" y="1691617"/>
            <a:ext cx="306810" cy="4012561"/>
            <a:chOff x="0" y="0"/>
            <a:chExt cx="80806" cy="1056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9364608" y="2568104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8" y="0"/>
                </a:lnTo>
                <a:lnTo>
                  <a:pt x="2259588" y="2259588"/>
                </a:lnTo>
                <a:lnTo>
                  <a:pt x="0" y="225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62595" y="3575306"/>
            <a:ext cx="306810" cy="4012561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20254" y="960465"/>
            <a:ext cx="5139046" cy="523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8015471" y="1691617"/>
            <a:ext cx="306810" cy="4012561"/>
            <a:chOff x="0" y="0"/>
            <a:chExt cx="80806" cy="1056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68346" y="3575306"/>
            <a:ext cx="306810" cy="4012561"/>
            <a:chOff x="0" y="0"/>
            <a:chExt cx="80806" cy="10568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324289">
            <a:off x="8193482" y="6215785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7" y="0"/>
                </a:lnTo>
                <a:lnTo>
                  <a:pt x="2259587" y="2259587"/>
                </a:lnTo>
                <a:lnTo>
                  <a:pt x="0" y="225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015471" y="5428181"/>
            <a:ext cx="306810" cy="4012561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62595" y="3575306"/>
            <a:ext cx="306810" cy="4012561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120254" y="960465"/>
            <a:ext cx="5139046" cy="597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  <a:p>
            <a:pPr algn="just">
              <a:lnSpc>
                <a:spcPts val="5903"/>
              </a:lnSpc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</a:t>
            </a:r>
          </a:p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 90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8015471" y="1691617"/>
            <a:ext cx="306810" cy="4012561"/>
            <a:chOff x="0" y="0"/>
            <a:chExt cx="80806" cy="10568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68346" y="3575306"/>
            <a:ext cx="306810" cy="4012561"/>
            <a:chOff x="0" y="0"/>
            <a:chExt cx="80806" cy="10568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86207" y="5733986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7" y="0"/>
                </a:lnTo>
                <a:lnTo>
                  <a:pt x="2259587" y="2259588"/>
                </a:lnTo>
                <a:lnTo>
                  <a:pt x="0" y="225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488" y="4792420"/>
            <a:ext cx="4331664" cy="4331664"/>
          </a:xfrm>
          <a:custGeom>
            <a:avLst/>
            <a:gdLst/>
            <a:ahLst/>
            <a:cxnLst/>
            <a:rect r="r" b="b" t="t" l="l"/>
            <a:pathLst>
              <a:path h="4331664" w="4331664">
                <a:moveTo>
                  <a:pt x="0" y="0"/>
                </a:moveTo>
                <a:lnTo>
                  <a:pt x="4331664" y="0"/>
                </a:lnTo>
                <a:lnTo>
                  <a:pt x="4331664" y="4331663"/>
                </a:lnTo>
                <a:lnTo>
                  <a:pt x="0" y="4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9320" y="1162917"/>
            <a:ext cx="5292347" cy="4114800"/>
          </a:xfrm>
          <a:custGeom>
            <a:avLst/>
            <a:gdLst/>
            <a:ahLst/>
            <a:cxnLst/>
            <a:rect r="r" b="b" t="t" l="l"/>
            <a:pathLst>
              <a:path h="4114800" w="5292347">
                <a:moveTo>
                  <a:pt x="0" y="0"/>
                </a:moveTo>
                <a:lnTo>
                  <a:pt x="5292347" y="0"/>
                </a:lnTo>
                <a:lnTo>
                  <a:pt x="5292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42891" y="1764517"/>
            <a:ext cx="2245205" cy="2245205"/>
            <a:chOff x="0" y="0"/>
            <a:chExt cx="591330" cy="59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85152" y="7264076"/>
            <a:ext cx="13145112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4 [</a:t>
            </a:r>
            <a:r>
              <a:rPr lang="en-US" sz="4267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100 TD 90</a:t>
            </a: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]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488" y="4792420"/>
            <a:ext cx="4331664" cy="4331664"/>
          </a:xfrm>
          <a:custGeom>
            <a:avLst/>
            <a:gdLst/>
            <a:ahLst/>
            <a:cxnLst/>
            <a:rect r="r" b="b" t="t" l="l"/>
            <a:pathLst>
              <a:path h="4331664" w="4331664">
                <a:moveTo>
                  <a:pt x="0" y="0"/>
                </a:moveTo>
                <a:lnTo>
                  <a:pt x="4331664" y="0"/>
                </a:lnTo>
                <a:lnTo>
                  <a:pt x="4331664" y="4331663"/>
                </a:lnTo>
                <a:lnTo>
                  <a:pt x="0" y="4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9320" y="1162917"/>
            <a:ext cx="5292347" cy="4114800"/>
          </a:xfrm>
          <a:custGeom>
            <a:avLst/>
            <a:gdLst/>
            <a:ahLst/>
            <a:cxnLst/>
            <a:rect r="r" b="b" t="t" l="l"/>
            <a:pathLst>
              <a:path h="4114800" w="5292347">
                <a:moveTo>
                  <a:pt x="0" y="0"/>
                </a:moveTo>
                <a:lnTo>
                  <a:pt x="5292347" y="0"/>
                </a:lnTo>
                <a:lnTo>
                  <a:pt x="5292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42891" y="1764517"/>
            <a:ext cx="2245205" cy="2245205"/>
            <a:chOff x="0" y="0"/>
            <a:chExt cx="591330" cy="59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479978" y="2555032"/>
            <a:ext cx="6779322" cy="5176937"/>
          </a:xfrm>
          <a:custGeom>
            <a:avLst/>
            <a:gdLst/>
            <a:ahLst/>
            <a:cxnLst/>
            <a:rect r="r" b="b" t="t" l="l"/>
            <a:pathLst>
              <a:path h="5176937" w="6779322">
                <a:moveTo>
                  <a:pt x="0" y="0"/>
                </a:moveTo>
                <a:lnTo>
                  <a:pt x="6779322" y="0"/>
                </a:lnTo>
                <a:lnTo>
                  <a:pt x="6779322" y="5176936"/>
                </a:lnTo>
                <a:lnTo>
                  <a:pt x="0" y="5176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65834" y="3153642"/>
            <a:ext cx="4304228" cy="35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TG</a:t>
            </a:r>
          </a:p>
          <a:p>
            <a:pPr algn="just">
              <a:lnSpc>
                <a:spcPts val="4786"/>
              </a:lnSpc>
            </a:pPr>
            <a:r>
              <a:rPr lang="en-US" sz="3494" spc="69">
                <a:solidFill>
                  <a:srgbClr val="32602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  <a:p>
            <a:pPr algn="just">
              <a:lnSpc>
                <a:spcPts val="478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2048327">
            <a:off x="1811798" y="4157301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5505" y="2547499"/>
            <a:ext cx="5593795" cy="4271625"/>
          </a:xfrm>
          <a:custGeom>
            <a:avLst/>
            <a:gdLst/>
            <a:ahLst/>
            <a:cxnLst/>
            <a:rect r="r" b="b" t="t" l="l"/>
            <a:pathLst>
              <a:path h="4271625" w="5593795">
                <a:moveTo>
                  <a:pt x="0" y="0"/>
                </a:moveTo>
                <a:lnTo>
                  <a:pt x="5593795" y="0"/>
                </a:lnTo>
                <a:lnTo>
                  <a:pt x="5593795" y="4271625"/>
                </a:lnTo>
                <a:lnTo>
                  <a:pt x="0" y="427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83885" y="3039293"/>
            <a:ext cx="3551530" cy="296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TG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32602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  <a:p>
            <a:pPr algn="just">
              <a:lnSpc>
                <a:spcPts val="39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95844"/>
            <a:ext cx="9977498" cy="162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POUR </a:t>
            </a:r>
            <a:r>
              <a:rPr lang="en-US" sz="3185" spc="6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CARREE</a:t>
            </a:r>
          </a:p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3185" spc="6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4 [AV 50 TD 90]</a:t>
            </a:r>
          </a:p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732156"/>
            <a:ext cx="17259300" cy="152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  <a:spcBef>
                <a:spcPct val="0"/>
              </a:spcBef>
            </a:pPr>
            <a:r>
              <a:rPr lang="en-US" sz="291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Une procédure</a:t>
            </a:r>
            <a:r>
              <a:rPr lang="en-US" sz="2915">
                <a:solidFill>
                  <a:srgbClr val="E3E2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c'est un groupe d'instructions auquel on donne un nom pour pouvoir le réutiliser facilement.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433052" cy="2669198"/>
          </a:xfrm>
          <a:custGeom>
            <a:avLst/>
            <a:gdLst/>
            <a:ahLst/>
            <a:cxnLst/>
            <a:rect r="r" b="b" t="t" l="l"/>
            <a:pathLst>
              <a:path h="2669198" w="3433052">
                <a:moveTo>
                  <a:pt x="0" y="0"/>
                </a:moveTo>
                <a:lnTo>
                  <a:pt x="3433052" y="0"/>
                </a:lnTo>
                <a:lnTo>
                  <a:pt x="3433052" y="2669198"/>
                </a:lnTo>
                <a:lnTo>
                  <a:pt x="0" y="266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0337" y="1432106"/>
            <a:ext cx="1505532" cy="1505532"/>
            <a:chOff x="0" y="0"/>
            <a:chExt cx="591330" cy="5913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015471" y="5428181"/>
            <a:ext cx="306810" cy="4012561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62595" y="3575306"/>
            <a:ext cx="306810" cy="4012561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120254" y="2570181"/>
            <a:ext cx="5139046" cy="77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3"/>
              </a:lnSpc>
              <a:spcBef>
                <a:spcPct val="0"/>
              </a:spcBef>
            </a:pPr>
            <a:r>
              <a:rPr lang="en-US" sz="5367" spc="10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8015471" y="1691617"/>
            <a:ext cx="306810" cy="4012561"/>
            <a:chOff x="0" y="0"/>
            <a:chExt cx="80806" cy="10568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68346" y="3575306"/>
            <a:ext cx="306810" cy="4012561"/>
            <a:chOff x="0" y="0"/>
            <a:chExt cx="80806" cy="10568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86207" y="5733986"/>
            <a:ext cx="2259587" cy="2259587"/>
          </a:xfrm>
          <a:custGeom>
            <a:avLst/>
            <a:gdLst/>
            <a:ahLst/>
            <a:cxnLst/>
            <a:rect r="r" b="b" t="t" l="l"/>
            <a:pathLst>
              <a:path h="2259587" w="2259587">
                <a:moveTo>
                  <a:pt x="0" y="0"/>
                </a:moveTo>
                <a:lnTo>
                  <a:pt x="2259587" y="0"/>
                </a:lnTo>
                <a:lnTo>
                  <a:pt x="2259587" y="2259588"/>
                </a:lnTo>
                <a:lnTo>
                  <a:pt x="0" y="225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48418" y="734675"/>
            <a:ext cx="5591164" cy="8443250"/>
            <a:chOff x="0" y="0"/>
            <a:chExt cx="7454885" cy="11257667"/>
          </a:xfrm>
        </p:grpSpPr>
        <p:grpSp>
          <p:nvGrpSpPr>
            <p:cNvPr name="Group 4" id="4"/>
            <p:cNvGrpSpPr/>
            <p:nvPr/>
          </p:nvGrpSpPr>
          <p:grpSpPr>
            <a:xfrm rot="5400000">
              <a:off x="2362858" y="2367243"/>
              <a:ext cx="209103" cy="2734718"/>
              <a:chOff x="0" y="0"/>
              <a:chExt cx="80806" cy="10568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100050" y="1104435"/>
              <a:ext cx="209103" cy="2734718"/>
              <a:chOff x="0" y="0"/>
              <a:chExt cx="80806" cy="105680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5400000">
              <a:off x="2362858" y="-179372"/>
              <a:ext cx="209103" cy="2734718"/>
              <a:chOff x="0" y="0"/>
              <a:chExt cx="80806" cy="105680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625665" y="1104435"/>
              <a:ext cx="209103" cy="2734718"/>
              <a:chOff x="0" y="0"/>
              <a:chExt cx="80806" cy="10568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5400000">
              <a:off x="2362858" y="4899539"/>
              <a:ext cx="209103" cy="2734718"/>
              <a:chOff x="0" y="0"/>
              <a:chExt cx="80806" cy="105680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00050" y="3636732"/>
              <a:ext cx="209103" cy="2734718"/>
              <a:chOff x="0" y="0"/>
              <a:chExt cx="80806" cy="105680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2362858" y="2352924"/>
              <a:ext cx="209103" cy="2734718"/>
              <a:chOff x="0" y="0"/>
              <a:chExt cx="80806" cy="10568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625665" y="3636732"/>
              <a:ext cx="209103" cy="2734718"/>
              <a:chOff x="0" y="0"/>
              <a:chExt cx="80806" cy="105680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5400000">
              <a:off x="4882924" y="4899539"/>
              <a:ext cx="209103" cy="2734718"/>
              <a:chOff x="0" y="0"/>
              <a:chExt cx="80806" cy="105680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620117" y="3636732"/>
              <a:ext cx="209103" cy="2734718"/>
              <a:chOff x="0" y="0"/>
              <a:chExt cx="80806" cy="10568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5400000">
              <a:off x="4882924" y="2352924"/>
              <a:ext cx="209103" cy="2734718"/>
              <a:chOff x="0" y="0"/>
              <a:chExt cx="80806" cy="105680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6145732" y="3636732"/>
              <a:ext cx="209103" cy="2734718"/>
              <a:chOff x="0" y="0"/>
              <a:chExt cx="80806" cy="105680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5400000">
              <a:off x="4882924" y="2367243"/>
              <a:ext cx="209103" cy="2734718"/>
              <a:chOff x="0" y="0"/>
              <a:chExt cx="80806" cy="105680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620117" y="1104435"/>
              <a:ext cx="209103" cy="2734718"/>
              <a:chOff x="0" y="0"/>
              <a:chExt cx="80806" cy="105680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5400000">
              <a:off x="4882924" y="-179372"/>
              <a:ext cx="209103" cy="2734718"/>
              <a:chOff x="0" y="0"/>
              <a:chExt cx="80806" cy="105680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145732" y="1104435"/>
              <a:ext cx="209103" cy="2734718"/>
              <a:chOff x="0" y="0"/>
              <a:chExt cx="80806" cy="1056806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8100000">
              <a:off x="2726850" y="1474168"/>
              <a:ext cx="209103" cy="2734718"/>
              <a:chOff x="0" y="0"/>
              <a:chExt cx="80806" cy="105680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2700000">
              <a:off x="2726850" y="-311712"/>
              <a:ext cx="209103" cy="2734718"/>
              <a:chOff x="0" y="0"/>
              <a:chExt cx="80806" cy="1056806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8100000">
              <a:off x="4527579" y="-326561"/>
              <a:ext cx="209103" cy="2734718"/>
              <a:chOff x="0" y="0"/>
              <a:chExt cx="80806" cy="1056806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2700000">
              <a:off x="4512730" y="1474168"/>
              <a:ext cx="209103" cy="2734718"/>
              <a:chOff x="0" y="0"/>
              <a:chExt cx="80806" cy="1056806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8100000">
              <a:off x="936246" y="3264772"/>
              <a:ext cx="209103" cy="2734718"/>
              <a:chOff x="0" y="0"/>
              <a:chExt cx="80806" cy="1056806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2700000">
              <a:off x="936246" y="1478892"/>
              <a:ext cx="209103" cy="2734718"/>
              <a:chOff x="0" y="0"/>
              <a:chExt cx="80806" cy="1056806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8100000">
              <a:off x="2736975" y="1464043"/>
              <a:ext cx="209103" cy="2734718"/>
              <a:chOff x="0" y="0"/>
              <a:chExt cx="80806" cy="1056806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2700000">
              <a:off x="2722126" y="3264772"/>
              <a:ext cx="209103" cy="2734718"/>
              <a:chOff x="0" y="0"/>
              <a:chExt cx="80806" cy="1056806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8100000">
              <a:off x="2718203" y="5046728"/>
              <a:ext cx="209103" cy="2734718"/>
              <a:chOff x="0" y="0"/>
              <a:chExt cx="80806" cy="1056806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2700000">
              <a:off x="2718203" y="3260849"/>
              <a:ext cx="209103" cy="2734718"/>
              <a:chOff x="0" y="0"/>
              <a:chExt cx="80806" cy="1056806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8100000">
              <a:off x="4518932" y="3245999"/>
              <a:ext cx="209103" cy="2734718"/>
              <a:chOff x="0" y="0"/>
              <a:chExt cx="80806" cy="1056806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2700000">
              <a:off x="4504082" y="5046728"/>
              <a:ext cx="209103" cy="2734718"/>
              <a:chOff x="0" y="0"/>
              <a:chExt cx="80806" cy="1056806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8100000">
              <a:off x="4508807" y="3256124"/>
              <a:ext cx="209103" cy="2734718"/>
              <a:chOff x="0" y="0"/>
              <a:chExt cx="80806" cy="1056806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2700000">
              <a:off x="4508807" y="1470245"/>
              <a:ext cx="209103" cy="2734718"/>
              <a:chOff x="0" y="0"/>
              <a:chExt cx="80806" cy="1056806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8100000">
              <a:off x="6309536" y="1455395"/>
              <a:ext cx="209103" cy="2734718"/>
              <a:chOff x="0" y="0"/>
              <a:chExt cx="80806" cy="1056806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2700000">
              <a:off x="6294686" y="3256124"/>
              <a:ext cx="209103" cy="2734718"/>
              <a:chOff x="0" y="0"/>
              <a:chExt cx="80806" cy="1056806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0806" cy="1056806"/>
              </a:xfrm>
              <a:custGeom>
                <a:avLst/>
                <a:gdLst/>
                <a:ahLst/>
                <a:cxnLst/>
                <a:rect r="r" b="b" t="t" l="l"/>
                <a:pathLst>
                  <a:path h="1056806" w="80806">
                    <a:moveTo>
                      <a:pt x="0" y="0"/>
                    </a:moveTo>
                    <a:lnTo>
                      <a:pt x="80806" y="0"/>
                    </a:lnTo>
                    <a:lnTo>
                      <a:pt x="80806" y="1056806"/>
                    </a:lnTo>
                    <a:lnTo>
                      <a:pt x="0" y="10568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80806" cy="10949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3623797" y="6002866"/>
              <a:ext cx="207292" cy="5254801"/>
              <a:chOff x="0" y="0"/>
              <a:chExt cx="40947" cy="1037985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40947" cy="1037985"/>
              </a:xfrm>
              <a:custGeom>
                <a:avLst/>
                <a:gdLst/>
                <a:ahLst/>
                <a:cxnLst/>
                <a:rect r="r" b="b" t="t" l="l"/>
                <a:pathLst>
                  <a:path h="1037985" w="40947">
                    <a:moveTo>
                      <a:pt x="0" y="0"/>
                    </a:moveTo>
                    <a:lnTo>
                      <a:pt x="40947" y="0"/>
                    </a:lnTo>
                    <a:lnTo>
                      <a:pt x="40947" y="1037985"/>
                    </a:lnTo>
                    <a:lnTo>
                      <a:pt x="0" y="1037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38100"/>
                <a:ext cx="40947" cy="1076085"/>
              </a:xfrm>
              <a:prstGeom prst="rect">
                <a:avLst/>
              </a:prstGeom>
            </p:spPr>
            <p:txBody>
              <a:bodyPr anchor="ctr" rtlCol="false" tIns="99383" lIns="99383" bIns="99383" rIns="99383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3" id="103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2700000">
            <a:off x="9327874" y="2808232"/>
            <a:ext cx="135197" cy="904630"/>
            <a:chOff x="0" y="0"/>
            <a:chExt cx="69661" cy="4661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661" cy="466115"/>
            </a:xfrm>
            <a:custGeom>
              <a:avLst/>
              <a:gdLst/>
              <a:ahLst/>
              <a:cxnLst/>
              <a:rect r="r" b="b" t="t" l="l"/>
              <a:pathLst>
                <a:path h="466115" w="69661">
                  <a:moveTo>
                    <a:pt x="0" y="0"/>
                  </a:moveTo>
                  <a:lnTo>
                    <a:pt x="69661" y="0"/>
                  </a:lnTo>
                  <a:lnTo>
                    <a:pt x="69661" y="466115"/>
                  </a:lnTo>
                  <a:lnTo>
                    <a:pt x="0" y="466115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661" cy="504214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2700000">
            <a:off x="9579290" y="2732073"/>
            <a:ext cx="367634" cy="321680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2700000">
            <a:off x="9732966" y="1840301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2700000">
            <a:off x="9730023" y="1837359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41" id="41"/>
          <p:cNvGrpSpPr/>
          <p:nvPr/>
        </p:nvGrpSpPr>
        <p:grpSpPr>
          <a:xfrm rot="5400000">
            <a:off x="9435326" y="3074653"/>
            <a:ext cx="160989" cy="904630"/>
            <a:chOff x="0" y="0"/>
            <a:chExt cx="82950" cy="4661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950" cy="466115"/>
            </a:xfrm>
            <a:custGeom>
              <a:avLst/>
              <a:gdLst/>
              <a:ahLst/>
              <a:cxnLst/>
              <a:rect r="r" b="b" t="t" l="l"/>
              <a:pathLst>
                <a:path h="466115" w="82950">
                  <a:moveTo>
                    <a:pt x="0" y="0"/>
                  </a:moveTo>
                  <a:lnTo>
                    <a:pt x="82950" y="0"/>
                  </a:lnTo>
                  <a:lnTo>
                    <a:pt x="82950" y="466115"/>
                  </a:lnTo>
                  <a:lnTo>
                    <a:pt x="0" y="466115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2950" cy="504214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9945159" y="3364048"/>
            <a:ext cx="367634" cy="321680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2700000">
            <a:off x="9732966" y="1840301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2700000">
            <a:off x="9730023" y="1837359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53" id="53"/>
          <p:cNvGrpSpPr/>
          <p:nvPr/>
        </p:nvGrpSpPr>
        <p:grpSpPr>
          <a:xfrm rot="2700000">
            <a:off x="8912325" y="3719396"/>
            <a:ext cx="1226310" cy="367634"/>
            <a:chOff x="0" y="0"/>
            <a:chExt cx="1635080" cy="490179"/>
          </a:xfrm>
        </p:grpSpPr>
        <p:grpSp>
          <p:nvGrpSpPr>
            <p:cNvPr name="Group 54" id="54"/>
            <p:cNvGrpSpPr/>
            <p:nvPr/>
          </p:nvGrpSpPr>
          <p:grpSpPr>
            <a:xfrm rot="5400000">
              <a:off x="495761" y="-355223"/>
              <a:ext cx="214651" cy="1206174"/>
              <a:chOff x="0" y="0"/>
              <a:chExt cx="82950" cy="46611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5400000">
              <a:off x="1175537" y="30636"/>
              <a:ext cx="490179" cy="428907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2700000">
            <a:off x="9732966" y="1840301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2700000">
            <a:off x="9730023" y="1837359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65" id="65"/>
          <p:cNvGrpSpPr/>
          <p:nvPr/>
        </p:nvGrpSpPr>
        <p:grpSpPr>
          <a:xfrm rot="-10800000">
            <a:off x="9063506" y="3414095"/>
            <a:ext cx="160989" cy="904630"/>
            <a:chOff x="0" y="0"/>
            <a:chExt cx="82950" cy="4661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950" cy="466115"/>
            </a:xfrm>
            <a:custGeom>
              <a:avLst/>
              <a:gdLst/>
              <a:ahLst/>
              <a:cxnLst/>
              <a:rect r="r" b="b" t="t" l="l"/>
              <a:pathLst>
                <a:path h="466115" w="82950">
                  <a:moveTo>
                    <a:pt x="0" y="0"/>
                  </a:moveTo>
                  <a:lnTo>
                    <a:pt x="82950" y="0"/>
                  </a:lnTo>
                  <a:lnTo>
                    <a:pt x="82950" y="466115"/>
                  </a:lnTo>
                  <a:lnTo>
                    <a:pt x="0" y="466115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2950" cy="504214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10800000">
            <a:off x="8962263" y="4318726"/>
            <a:ext cx="367634" cy="321680"/>
            <a:chOff x="0" y="0"/>
            <a:chExt cx="812800" cy="711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120561" y="2510107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120561" y="4409330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73456" y="3462224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120561" y="2499368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2700000">
            <a:off x="9732966" y="1840301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2700000">
            <a:off x="9730023" y="1837359"/>
            <a:ext cx="156827" cy="2051039"/>
            <a:chOff x="0" y="0"/>
            <a:chExt cx="80806" cy="10568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77" id="77"/>
          <p:cNvGrpSpPr/>
          <p:nvPr/>
        </p:nvGrpSpPr>
        <p:grpSpPr>
          <a:xfrm rot="2700000">
            <a:off x="8578702" y="3290058"/>
            <a:ext cx="367634" cy="1226310"/>
            <a:chOff x="0" y="0"/>
            <a:chExt cx="490179" cy="1635080"/>
          </a:xfrm>
        </p:grpSpPr>
        <p:grpSp>
          <p:nvGrpSpPr>
            <p:cNvPr name="Group 78" id="78"/>
            <p:cNvGrpSpPr/>
            <p:nvPr/>
          </p:nvGrpSpPr>
          <p:grpSpPr>
            <a:xfrm rot="-10800000">
              <a:off x="134990" y="0"/>
              <a:ext cx="214651" cy="1206174"/>
              <a:chOff x="0" y="0"/>
              <a:chExt cx="82950" cy="466114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-10800000">
              <a:off x="0" y="1206174"/>
              <a:ext cx="490179" cy="428907"/>
              <a:chOff x="0" y="0"/>
              <a:chExt cx="812800" cy="7112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120561" y="2510107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120561" y="4409330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73456" y="3462224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120561" y="2499368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8100000">
            <a:off x="8393556" y="1840301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2700000">
            <a:off x="9732966" y="1840301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7050603" y="3183254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2700000">
            <a:off x="7050603" y="1843845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2700000">
            <a:off x="9730023" y="1837359"/>
            <a:ext cx="156827" cy="2051039"/>
            <a:chOff x="0" y="0"/>
            <a:chExt cx="80806" cy="1056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86" id="86"/>
          <p:cNvGrpSpPr/>
          <p:nvPr/>
        </p:nvGrpSpPr>
        <p:grpSpPr>
          <a:xfrm rot="5400000">
            <a:off x="8423361" y="2911733"/>
            <a:ext cx="367634" cy="1226310"/>
            <a:chOff x="0" y="0"/>
            <a:chExt cx="490179" cy="1635080"/>
          </a:xfrm>
        </p:grpSpPr>
        <p:grpSp>
          <p:nvGrpSpPr>
            <p:cNvPr name="Group 87" id="87"/>
            <p:cNvGrpSpPr/>
            <p:nvPr/>
          </p:nvGrpSpPr>
          <p:grpSpPr>
            <a:xfrm rot="-10800000">
              <a:off x="134990" y="0"/>
              <a:ext cx="214651" cy="1206174"/>
              <a:chOff x="0" y="0"/>
              <a:chExt cx="82950" cy="466114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-10800000">
              <a:off x="0" y="1206174"/>
              <a:ext cx="490179" cy="428907"/>
              <a:chOff x="0" y="0"/>
              <a:chExt cx="812800" cy="7112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120561" y="2510107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73456" y="1563002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120561" y="600146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120561" y="4409330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73456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8120561" y="2499368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8390013" y="1843845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8100000">
            <a:off x="7050603" y="3183254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2700000">
            <a:off x="7050603" y="1843845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86" id="86"/>
          <p:cNvGrpSpPr/>
          <p:nvPr/>
        </p:nvGrpSpPr>
        <p:grpSpPr>
          <a:xfrm rot="2700000">
            <a:off x="9726480" y="1843845"/>
            <a:ext cx="156827" cy="2051039"/>
            <a:chOff x="0" y="0"/>
            <a:chExt cx="80806" cy="10568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8100000">
            <a:off x="8578702" y="2538911"/>
            <a:ext cx="367634" cy="1226310"/>
            <a:chOff x="0" y="0"/>
            <a:chExt cx="490179" cy="1635080"/>
          </a:xfrm>
        </p:grpSpPr>
        <p:grpSp>
          <p:nvGrpSpPr>
            <p:cNvPr name="Group 90" id="90"/>
            <p:cNvGrpSpPr/>
            <p:nvPr/>
          </p:nvGrpSpPr>
          <p:grpSpPr>
            <a:xfrm rot="-10800000">
              <a:off x="134990" y="0"/>
              <a:ext cx="214651" cy="1206174"/>
              <a:chOff x="0" y="0"/>
              <a:chExt cx="82950" cy="466114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-10800000">
              <a:off x="0" y="1206174"/>
              <a:ext cx="490179" cy="428907"/>
              <a:chOff x="0" y="0"/>
              <a:chExt cx="812800" cy="7112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120561" y="2510107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73456" y="1563002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120561" y="600146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120561" y="4409330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73456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8120561" y="2499368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8390013" y="1843845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8100000">
            <a:off x="7050603" y="3183254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2700000">
            <a:off x="7050603" y="1843845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86" id="86"/>
          <p:cNvGrpSpPr/>
          <p:nvPr/>
        </p:nvGrpSpPr>
        <p:grpSpPr>
          <a:xfrm rot="2700000">
            <a:off x="9726480" y="1843845"/>
            <a:ext cx="156827" cy="2051039"/>
            <a:chOff x="0" y="0"/>
            <a:chExt cx="80806" cy="10568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2700000">
            <a:off x="8397757" y="487589"/>
            <a:ext cx="156827" cy="2051039"/>
            <a:chOff x="0" y="0"/>
            <a:chExt cx="80806" cy="105680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-2700000">
            <a:off x="9748304" y="498726"/>
            <a:ext cx="156827" cy="2051039"/>
            <a:chOff x="0" y="0"/>
            <a:chExt cx="80806" cy="10568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-10800000">
            <a:off x="8960183" y="2387730"/>
            <a:ext cx="367634" cy="1226310"/>
            <a:chOff x="0" y="0"/>
            <a:chExt cx="490179" cy="1635080"/>
          </a:xfrm>
        </p:grpSpPr>
        <p:grpSp>
          <p:nvGrpSpPr>
            <p:cNvPr name="Group 96" id="96"/>
            <p:cNvGrpSpPr/>
            <p:nvPr/>
          </p:nvGrpSpPr>
          <p:grpSpPr>
            <a:xfrm rot="-10800000">
              <a:off x="134990" y="0"/>
              <a:ext cx="214651" cy="1206174"/>
              <a:chOff x="0" y="0"/>
              <a:chExt cx="82950" cy="466114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-10800000">
              <a:off x="0" y="1206174"/>
              <a:ext cx="490179" cy="428907"/>
              <a:chOff x="0" y="0"/>
              <a:chExt cx="812800" cy="7112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66757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120561" y="2510107"/>
            <a:ext cx="156827" cy="2051039"/>
            <a:chOff x="0" y="0"/>
            <a:chExt cx="80806" cy="10568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73456" y="1563002"/>
            <a:ext cx="156827" cy="2051039"/>
            <a:chOff x="0" y="0"/>
            <a:chExt cx="80806" cy="1056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120561" y="600146"/>
            <a:ext cx="156827" cy="2051039"/>
            <a:chOff x="0" y="0"/>
            <a:chExt cx="80806" cy="10568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67667" y="1563002"/>
            <a:ext cx="156827" cy="2051039"/>
            <a:chOff x="0" y="0"/>
            <a:chExt cx="80806" cy="10568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120561" y="4409330"/>
            <a:ext cx="156827" cy="2051039"/>
            <a:chOff x="0" y="0"/>
            <a:chExt cx="80806" cy="10568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73456" y="3462224"/>
            <a:ext cx="156827" cy="2051039"/>
            <a:chOff x="0" y="0"/>
            <a:chExt cx="80806" cy="10568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8120561" y="2499368"/>
            <a:ext cx="156827" cy="2051039"/>
            <a:chOff x="0" y="0"/>
            <a:chExt cx="80806" cy="10568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67667" y="3462224"/>
            <a:ext cx="156827" cy="2051039"/>
            <a:chOff x="0" y="0"/>
            <a:chExt cx="80806" cy="10568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0010611" y="4409330"/>
            <a:ext cx="156827" cy="2051039"/>
            <a:chOff x="0" y="0"/>
            <a:chExt cx="80806" cy="10568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63506" y="3462224"/>
            <a:ext cx="156827" cy="2051039"/>
            <a:chOff x="0" y="0"/>
            <a:chExt cx="80806" cy="10568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010611" y="2499368"/>
            <a:ext cx="156827" cy="2051039"/>
            <a:chOff x="0" y="0"/>
            <a:chExt cx="80806" cy="10568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57717" y="3462224"/>
            <a:ext cx="156827" cy="2051039"/>
            <a:chOff x="0" y="0"/>
            <a:chExt cx="80806" cy="10568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0010611" y="2510107"/>
            <a:ext cx="156827" cy="2051039"/>
            <a:chOff x="0" y="0"/>
            <a:chExt cx="80806" cy="10568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63506" y="1563002"/>
            <a:ext cx="156827" cy="2051039"/>
            <a:chOff x="0" y="0"/>
            <a:chExt cx="80806" cy="10568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10010611" y="600146"/>
            <a:ext cx="156827" cy="2051039"/>
            <a:chOff x="0" y="0"/>
            <a:chExt cx="80806" cy="10568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57717" y="1563002"/>
            <a:ext cx="156827" cy="2051039"/>
            <a:chOff x="0" y="0"/>
            <a:chExt cx="80806" cy="10568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8100000">
            <a:off x="8390013" y="1843845"/>
            <a:ext cx="156827" cy="2051039"/>
            <a:chOff x="0" y="0"/>
            <a:chExt cx="80806" cy="105680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8100000">
            <a:off x="7050603" y="3183254"/>
            <a:ext cx="156827" cy="2051039"/>
            <a:chOff x="0" y="0"/>
            <a:chExt cx="80806" cy="10568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2700000">
            <a:off x="7050603" y="1843845"/>
            <a:ext cx="156827" cy="2051039"/>
            <a:chOff x="0" y="0"/>
            <a:chExt cx="80806" cy="10568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2700000">
            <a:off x="8390013" y="3183254"/>
            <a:ext cx="156827" cy="2051039"/>
            <a:chOff x="0" y="0"/>
            <a:chExt cx="80806" cy="10568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8100000">
            <a:off x="8387070" y="4519721"/>
            <a:ext cx="156827" cy="2051039"/>
            <a:chOff x="0" y="0"/>
            <a:chExt cx="80806" cy="105680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2700000">
            <a:off x="8387070" y="3180312"/>
            <a:ext cx="156827" cy="2051039"/>
            <a:chOff x="0" y="0"/>
            <a:chExt cx="80806" cy="105680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8100000">
            <a:off x="9737617" y="3169175"/>
            <a:ext cx="156827" cy="2051039"/>
            <a:chOff x="0" y="0"/>
            <a:chExt cx="80806" cy="105680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2700000">
            <a:off x="9726480" y="4519721"/>
            <a:ext cx="156827" cy="2051039"/>
            <a:chOff x="0" y="0"/>
            <a:chExt cx="80806" cy="105680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8100000">
            <a:off x="9730023" y="3176768"/>
            <a:ext cx="156827" cy="2051039"/>
            <a:chOff x="0" y="0"/>
            <a:chExt cx="80806" cy="10568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8100000">
            <a:off x="11080570" y="1826222"/>
            <a:ext cx="156827" cy="2051039"/>
            <a:chOff x="0" y="0"/>
            <a:chExt cx="80806" cy="10568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2700000">
            <a:off x="11069433" y="3176768"/>
            <a:ext cx="156827" cy="2051039"/>
            <a:chOff x="0" y="0"/>
            <a:chExt cx="80806" cy="105680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925951">
            <a:off x="3327931" y="3358292"/>
            <a:ext cx="566776" cy="1052020"/>
          </a:xfrm>
          <a:custGeom>
            <a:avLst/>
            <a:gdLst/>
            <a:ahLst/>
            <a:cxnLst/>
            <a:rect r="r" b="b" t="t" l="l"/>
            <a:pathLst>
              <a:path h="1052020" w="566776">
                <a:moveTo>
                  <a:pt x="0" y="0"/>
                </a:moveTo>
                <a:lnTo>
                  <a:pt x="566776" y="0"/>
                </a:lnTo>
                <a:lnTo>
                  <a:pt x="566776" y="1052020"/>
                </a:lnTo>
                <a:lnTo>
                  <a:pt x="0" y="105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13439980" y="1585352"/>
            <a:ext cx="3023126" cy="6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3"/>
              </a:lnSpc>
              <a:spcBef>
                <a:spcPct val="0"/>
              </a:spcBef>
            </a:pPr>
            <a:r>
              <a:rPr lang="en-US" sz="4267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</p:txBody>
      </p:sp>
      <p:grpSp>
        <p:nvGrpSpPr>
          <p:cNvPr name="Group 86" id="86"/>
          <p:cNvGrpSpPr/>
          <p:nvPr/>
        </p:nvGrpSpPr>
        <p:grpSpPr>
          <a:xfrm rot="2700000">
            <a:off x="9726480" y="1843845"/>
            <a:ext cx="156827" cy="2051039"/>
            <a:chOff x="0" y="0"/>
            <a:chExt cx="80806" cy="10568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2700000">
            <a:off x="8397757" y="487589"/>
            <a:ext cx="156827" cy="2051039"/>
            <a:chOff x="0" y="0"/>
            <a:chExt cx="80806" cy="105680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-2700000">
            <a:off x="9748304" y="498726"/>
            <a:ext cx="156827" cy="2051039"/>
            <a:chOff x="0" y="0"/>
            <a:chExt cx="80806" cy="10568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067667" y="5370372"/>
            <a:ext cx="156827" cy="2051039"/>
            <a:chOff x="0" y="0"/>
            <a:chExt cx="80806" cy="105680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067667" y="7207261"/>
            <a:ext cx="156827" cy="2051039"/>
            <a:chOff x="0" y="0"/>
            <a:chExt cx="80806" cy="105680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0806" cy="1056806"/>
            </a:xfrm>
            <a:custGeom>
              <a:avLst/>
              <a:gdLst/>
              <a:ahLst/>
              <a:cxnLst/>
              <a:rect r="r" b="b" t="t" l="l"/>
              <a:pathLst>
                <a:path h="1056806" w="80806">
                  <a:moveTo>
                    <a:pt x="0" y="0"/>
                  </a:moveTo>
                  <a:lnTo>
                    <a:pt x="80806" y="0"/>
                  </a:lnTo>
                  <a:lnTo>
                    <a:pt x="80806" y="1056806"/>
                  </a:lnTo>
                  <a:lnTo>
                    <a:pt x="0" y="10568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0806" cy="1094906"/>
            </a:xfrm>
            <a:prstGeom prst="rect">
              <a:avLst/>
            </a:prstGeom>
          </p:spPr>
          <p:txBody>
            <a:bodyPr anchor="ctr" rtlCol="false" tIns="25967" lIns="25967" bIns="25967" rIns="25967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-10800000">
            <a:off x="8960183" y="2387730"/>
            <a:ext cx="367634" cy="1226310"/>
            <a:chOff x="0" y="0"/>
            <a:chExt cx="490179" cy="1635080"/>
          </a:xfrm>
        </p:grpSpPr>
        <p:grpSp>
          <p:nvGrpSpPr>
            <p:cNvPr name="Group 102" id="102"/>
            <p:cNvGrpSpPr/>
            <p:nvPr/>
          </p:nvGrpSpPr>
          <p:grpSpPr>
            <a:xfrm rot="-10800000">
              <a:off x="134990" y="0"/>
              <a:ext cx="214651" cy="1206174"/>
              <a:chOff x="0" y="0"/>
              <a:chExt cx="82950" cy="466114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2950" cy="466115"/>
              </a:xfrm>
              <a:custGeom>
                <a:avLst/>
                <a:gdLst/>
                <a:ahLst/>
                <a:cxnLst/>
                <a:rect r="r" b="b" t="t" l="l"/>
                <a:pathLst>
                  <a:path h="466115" w="82950">
                    <a:moveTo>
                      <a:pt x="0" y="0"/>
                    </a:moveTo>
                    <a:lnTo>
                      <a:pt x="82950" y="0"/>
                    </a:lnTo>
                    <a:lnTo>
                      <a:pt x="82950" y="466115"/>
                    </a:lnTo>
                    <a:lnTo>
                      <a:pt x="0" y="466115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0" y="-38100"/>
                <a:ext cx="82950" cy="504214"/>
              </a:xfrm>
              <a:prstGeom prst="rect">
                <a:avLst/>
              </a:prstGeom>
            </p:spPr>
            <p:txBody>
              <a:bodyPr anchor="ctr" rtlCol="false" tIns="25967" lIns="25967" bIns="25967" rIns="25967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-10800000">
              <a:off x="0" y="1206174"/>
              <a:ext cx="490179" cy="428907"/>
              <a:chOff x="0" y="0"/>
              <a:chExt cx="812800" cy="7112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5505" y="2547499"/>
            <a:ext cx="5593795" cy="4271625"/>
          </a:xfrm>
          <a:custGeom>
            <a:avLst/>
            <a:gdLst/>
            <a:ahLst/>
            <a:cxnLst/>
            <a:rect r="r" b="b" t="t" l="l"/>
            <a:pathLst>
              <a:path h="4271625" w="5593795">
                <a:moveTo>
                  <a:pt x="0" y="0"/>
                </a:moveTo>
                <a:lnTo>
                  <a:pt x="5593795" y="0"/>
                </a:lnTo>
                <a:lnTo>
                  <a:pt x="5593795" y="4271625"/>
                </a:lnTo>
                <a:lnTo>
                  <a:pt x="0" y="427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83885" y="3039293"/>
            <a:ext cx="3551530" cy="346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AV 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TD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TG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32602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  <a:p>
            <a:pPr algn="just">
              <a:lnSpc>
                <a:spcPts val="3949"/>
              </a:lnSpc>
            </a:pPr>
            <a:r>
              <a:rPr lang="en-US" sz="2883" spc="57">
                <a:solidFill>
                  <a:srgbClr val="326028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  <a:p>
            <a:pPr algn="just">
              <a:lnSpc>
                <a:spcPts val="39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95844"/>
            <a:ext cx="10416730" cy="217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POUR </a:t>
            </a:r>
            <a:r>
              <a:rPr lang="en-US" sz="3185" spc="6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FLEUR</a:t>
            </a:r>
          </a:p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3185" spc="6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8 [CARREE TD 45]</a:t>
            </a:r>
          </a:p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AV 150</a:t>
            </a:r>
          </a:p>
          <a:p>
            <a:pPr algn="just">
              <a:lnSpc>
                <a:spcPts val="4363"/>
              </a:lnSpc>
            </a:pPr>
            <a:r>
              <a:rPr lang="en-US" sz="3185" spc="63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732156"/>
            <a:ext cx="15908825" cy="152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1"/>
              </a:lnSpc>
              <a:spcBef>
                <a:spcPct val="0"/>
              </a:spcBef>
            </a:pPr>
            <a:r>
              <a:rPr lang="en-US" sz="291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Une procédure</a:t>
            </a:r>
            <a:r>
              <a:rPr lang="en-US" sz="2915">
                <a:solidFill>
                  <a:srgbClr val="E3E2DB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peut utiliser des procédures déjà existantes pour en fabriquer une nouvelle.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488" y="4792420"/>
            <a:ext cx="4331664" cy="4331664"/>
          </a:xfrm>
          <a:custGeom>
            <a:avLst/>
            <a:gdLst/>
            <a:ahLst/>
            <a:cxnLst/>
            <a:rect r="r" b="b" t="t" l="l"/>
            <a:pathLst>
              <a:path h="4331664" w="4331664">
                <a:moveTo>
                  <a:pt x="0" y="0"/>
                </a:moveTo>
                <a:lnTo>
                  <a:pt x="4331664" y="0"/>
                </a:lnTo>
                <a:lnTo>
                  <a:pt x="4331664" y="4331663"/>
                </a:lnTo>
                <a:lnTo>
                  <a:pt x="0" y="4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9320" y="1162917"/>
            <a:ext cx="5292347" cy="4114800"/>
          </a:xfrm>
          <a:custGeom>
            <a:avLst/>
            <a:gdLst/>
            <a:ahLst/>
            <a:cxnLst/>
            <a:rect r="r" b="b" t="t" l="l"/>
            <a:pathLst>
              <a:path h="4114800" w="5292347">
                <a:moveTo>
                  <a:pt x="0" y="0"/>
                </a:moveTo>
                <a:lnTo>
                  <a:pt x="5292347" y="0"/>
                </a:lnTo>
                <a:lnTo>
                  <a:pt x="5292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42891" y="1764517"/>
            <a:ext cx="2245205" cy="2245205"/>
            <a:chOff x="0" y="0"/>
            <a:chExt cx="591330" cy="59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1330" cy="591330"/>
            </a:xfrm>
            <a:custGeom>
              <a:avLst/>
              <a:gdLst/>
              <a:ahLst/>
              <a:cxnLst/>
              <a:rect r="r" b="b" t="t" l="l"/>
              <a:pathLst>
                <a:path h="591330" w="591330">
                  <a:moveTo>
                    <a:pt x="0" y="0"/>
                  </a:moveTo>
                  <a:lnTo>
                    <a:pt x="591330" y="0"/>
                  </a:lnTo>
                  <a:lnTo>
                    <a:pt x="591330" y="591330"/>
                  </a:lnTo>
                  <a:lnTo>
                    <a:pt x="0" y="591330"/>
                  </a:lnTo>
                  <a:close/>
                </a:path>
              </a:pathLst>
            </a:custGeom>
            <a:solidFill>
              <a:srgbClr val="FFFFFF"/>
            </a:solidFill>
            <a:ln w="1714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91330" cy="6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7875" y="4398014"/>
            <a:ext cx="2406196" cy="1353485"/>
          </a:xfrm>
          <a:custGeom>
            <a:avLst/>
            <a:gdLst/>
            <a:ahLst/>
            <a:cxnLst/>
            <a:rect r="r" b="b" t="t" l="l"/>
            <a:pathLst>
              <a:path h="1353485" w="2406196">
                <a:moveTo>
                  <a:pt x="0" y="0"/>
                </a:moveTo>
                <a:lnTo>
                  <a:pt x="2406196" y="0"/>
                </a:lnTo>
                <a:lnTo>
                  <a:pt x="2406196" y="1353486"/>
                </a:lnTo>
                <a:lnTo>
                  <a:pt x="0" y="135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23355" y="4611700"/>
            <a:ext cx="4841290" cy="113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852"/>
              </a:lnSpc>
              <a:spcBef>
                <a:spcPct val="0"/>
              </a:spcBef>
            </a:pPr>
            <a:r>
              <a:rPr lang="en-US" sz="8048" spc="160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QUIZ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842" y="1028700"/>
            <a:ext cx="2096319" cy="1179179"/>
          </a:xfrm>
          <a:custGeom>
            <a:avLst/>
            <a:gdLst/>
            <a:ahLst/>
            <a:cxnLst/>
            <a:rect r="r" b="b" t="t" l="l"/>
            <a:pathLst>
              <a:path h="1179179" w="2096319">
                <a:moveTo>
                  <a:pt x="0" y="0"/>
                </a:moveTo>
                <a:lnTo>
                  <a:pt x="2096319" y="0"/>
                </a:lnTo>
                <a:lnTo>
                  <a:pt x="2096319" y="1179179"/>
                </a:lnTo>
                <a:lnTo>
                  <a:pt x="0" y="117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9345" y="1215155"/>
            <a:ext cx="4217813" cy="99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12"/>
              </a:lnSpc>
              <a:spcBef>
                <a:spcPct val="0"/>
              </a:spcBef>
            </a:pPr>
            <a:r>
              <a:rPr lang="en-US" sz="7011" spc="140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QUIZ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2154" y="4010861"/>
            <a:ext cx="13403692" cy="295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SOIT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4 [AV 80 TD 90]</a:t>
            </a:r>
          </a:p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10D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FIN</a:t>
            </a:r>
          </a:p>
          <a:p>
            <a:pPr algn="just">
              <a:lnSpc>
                <a:spcPts val="5861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842" y="1028700"/>
            <a:ext cx="2096319" cy="1179179"/>
          </a:xfrm>
          <a:custGeom>
            <a:avLst/>
            <a:gdLst/>
            <a:ahLst/>
            <a:cxnLst/>
            <a:rect r="r" b="b" t="t" l="l"/>
            <a:pathLst>
              <a:path h="1179179" w="2096319">
                <a:moveTo>
                  <a:pt x="0" y="0"/>
                </a:moveTo>
                <a:lnTo>
                  <a:pt x="2096319" y="0"/>
                </a:lnTo>
                <a:lnTo>
                  <a:pt x="2096319" y="1179179"/>
                </a:lnTo>
                <a:lnTo>
                  <a:pt x="0" y="117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9345" y="1215155"/>
            <a:ext cx="4217813" cy="99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12"/>
              </a:lnSpc>
              <a:spcBef>
                <a:spcPct val="0"/>
              </a:spcBef>
            </a:pPr>
            <a:r>
              <a:rPr lang="en-US" sz="7011" spc="140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QUIZ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2154" y="4010861"/>
            <a:ext cx="13403692" cy="218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POUR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CARRE</a:t>
            </a:r>
          </a:p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4 [AV 80 TD 90]</a:t>
            </a:r>
          </a:p>
          <a:p>
            <a:pPr algn="just">
              <a:lnSpc>
                <a:spcPts val="5861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842" y="1028700"/>
            <a:ext cx="2096319" cy="1179179"/>
          </a:xfrm>
          <a:custGeom>
            <a:avLst/>
            <a:gdLst/>
            <a:ahLst/>
            <a:cxnLst/>
            <a:rect r="r" b="b" t="t" l="l"/>
            <a:pathLst>
              <a:path h="1179179" w="2096319">
                <a:moveTo>
                  <a:pt x="0" y="0"/>
                </a:moveTo>
                <a:lnTo>
                  <a:pt x="2096319" y="0"/>
                </a:lnTo>
                <a:lnTo>
                  <a:pt x="2096319" y="1179179"/>
                </a:lnTo>
                <a:lnTo>
                  <a:pt x="0" y="117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9345" y="1215155"/>
            <a:ext cx="4217813" cy="99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12"/>
              </a:lnSpc>
              <a:spcBef>
                <a:spcPct val="0"/>
              </a:spcBef>
            </a:pPr>
            <a:r>
              <a:rPr lang="en-US" sz="7011" spc="140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QUIZ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2154" y="4010861"/>
            <a:ext cx="14391965" cy="295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POUR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MOTIF</a:t>
            </a:r>
          </a:p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 </a:t>
            </a:r>
            <a:r>
              <a:rPr lang="en-US" sz="4278" spc="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REPETE 5 [CARRE AV 50]</a:t>
            </a:r>
          </a:p>
          <a:p>
            <a:pPr algn="just">
              <a:lnSpc>
                <a:spcPts val="5861"/>
              </a:lnSpc>
            </a:pPr>
            <a:r>
              <a:rPr lang="en-US" sz="4278" spc="85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FIN</a:t>
            </a:r>
          </a:p>
          <a:p>
            <a:pPr algn="just">
              <a:lnSpc>
                <a:spcPts val="5861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842" y="3964321"/>
            <a:ext cx="2096319" cy="1179179"/>
          </a:xfrm>
          <a:custGeom>
            <a:avLst/>
            <a:gdLst/>
            <a:ahLst/>
            <a:cxnLst/>
            <a:rect r="r" b="b" t="t" l="l"/>
            <a:pathLst>
              <a:path h="1179179" w="2096319">
                <a:moveTo>
                  <a:pt x="0" y="0"/>
                </a:moveTo>
                <a:lnTo>
                  <a:pt x="2096319" y="0"/>
                </a:lnTo>
                <a:lnTo>
                  <a:pt x="2096319" y="1179179"/>
                </a:lnTo>
                <a:lnTo>
                  <a:pt x="0" y="117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9345" y="4150776"/>
            <a:ext cx="6008395" cy="99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12"/>
              </a:lnSpc>
              <a:spcBef>
                <a:spcPct val="0"/>
              </a:spcBef>
            </a:pPr>
            <a:r>
              <a:rPr lang="en-US" sz="7011" spc="140">
                <a:solidFill>
                  <a:srgbClr val="00BF63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MERCI!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DAHJYtjgQLE</dc:identifier>
  <dcterms:modified xsi:type="dcterms:W3CDTF">2011-08-01T06:04:30Z</dcterms:modified>
  <cp:revision>1</cp:revision>
  <dc:title>20-min XLOGO</dc:title>
</cp:coreProperties>
</file>